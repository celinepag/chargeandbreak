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C3C"/>
    <a:srgbClr val="872971"/>
    <a:srgbClr val="000000"/>
    <a:srgbClr val="D9D9D9"/>
    <a:srgbClr val="F2F2F2"/>
    <a:srgbClr val="55257D"/>
    <a:srgbClr val="8339C1"/>
    <a:srgbClr val="BA389B"/>
    <a:srgbClr val="521945"/>
    <a:srgbClr val="619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519" autoAdjust="0"/>
  </p:normalViewPr>
  <p:slideViewPr>
    <p:cSldViewPr snapToGrid="0" snapToObjects="1">
      <p:cViewPr varScale="1">
        <p:scale>
          <a:sx n="147" d="100"/>
          <a:sy n="147" d="100"/>
        </p:scale>
        <p:origin x="69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C93AA-6D13-44A9-BA1B-C14C591C13B3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11528-70FE-4F19-AF41-577F46BF3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11528-70FE-4F19-AF41-577F46BF34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47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nel.route"/>
          <p:cNvGrpSpPr/>
          <p:nvPr/>
        </p:nvGrpSpPr>
        <p:grpSpPr>
          <a:xfrm>
            <a:off x="445812" y="1489961"/>
            <a:ext cx="11363233" cy="677280"/>
            <a:chOff x="445812" y="973325"/>
            <a:chExt cx="11363233" cy="677280"/>
          </a:xfrm>
        </p:grpSpPr>
        <p:cxnSp>
          <p:nvCxnSpPr>
            <p:cNvPr id="7" name="route.line"/>
            <p:cNvCxnSpPr/>
            <p:nvPr/>
          </p:nvCxnSpPr>
          <p:spPr>
            <a:xfrm>
              <a:off x="1130999" y="1335024"/>
              <a:ext cx="10466449" cy="0"/>
            </a:xfrm>
            <a:prstGeom prst="line">
              <a:avLst/>
            </a:prstGeom>
            <a:ln w="19050">
              <a:solidFill>
                <a:srgbClr val="44444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te.label"/>
            <p:cNvSpPr txBox="1"/>
            <p:nvPr/>
          </p:nvSpPr>
          <p:spPr>
            <a:xfrm>
              <a:off x="445812" y="1191854"/>
              <a:ext cx="534505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Route</a:t>
              </a:r>
            </a:p>
          </p:txBody>
        </p:sp>
        <p:sp>
          <p:nvSpPr>
            <p:cNvPr id="8" name="route.layby.1"/>
            <p:cNvSpPr/>
            <p:nvPr/>
          </p:nvSpPr>
          <p:spPr>
            <a:xfrm>
              <a:off x="134403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" name="route.layby.2"/>
            <p:cNvSpPr/>
            <p:nvPr/>
          </p:nvSpPr>
          <p:spPr>
            <a:xfrm>
              <a:off x="156437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" name="route.cs.3"/>
            <p:cNvSpPr/>
            <p:nvPr/>
          </p:nvSpPr>
          <p:spPr>
            <a:xfrm>
              <a:off x="1721172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" name="route.layby.4"/>
            <p:cNvSpPr/>
            <p:nvPr/>
          </p:nvSpPr>
          <p:spPr>
            <a:xfrm>
              <a:off x="203812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" name="route.layby.5"/>
            <p:cNvSpPr/>
            <p:nvPr/>
          </p:nvSpPr>
          <p:spPr>
            <a:xfrm>
              <a:off x="2291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3" name="route.cs.6"/>
            <p:cNvSpPr/>
            <p:nvPr/>
          </p:nvSpPr>
          <p:spPr>
            <a:xfrm>
              <a:off x="2481367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" name="route.cs.7"/>
            <p:cNvSpPr/>
            <p:nvPr/>
          </p:nvSpPr>
          <p:spPr>
            <a:xfrm>
              <a:off x="2855955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" name="route.layby.8"/>
            <p:cNvSpPr/>
            <p:nvPr/>
          </p:nvSpPr>
          <p:spPr>
            <a:xfrm>
              <a:off x="319126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" name="route.layby.9"/>
            <p:cNvSpPr/>
            <p:nvPr/>
          </p:nvSpPr>
          <p:spPr>
            <a:xfrm>
              <a:off x="346302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" name="route.customer.10"/>
            <p:cNvSpPr/>
            <p:nvPr/>
          </p:nvSpPr>
          <p:spPr>
            <a:xfrm>
              <a:off x="3659807" y="1250329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8" name="route.layby.11"/>
            <p:cNvSpPr/>
            <p:nvPr/>
          </p:nvSpPr>
          <p:spPr>
            <a:xfrm>
              <a:off x="399644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" name="route.cs.12.chosen"/>
            <p:cNvSpPr/>
            <p:nvPr/>
          </p:nvSpPr>
          <p:spPr>
            <a:xfrm>
              <a:off x="4169413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" name="route.cs.13"/>
            <p:cNvSpPr/>
            <p:nvPr/>
          </p:nvSpPr>
          <p:spPr>
            <a:xfrm>
              <a:off x="4546998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2" name="route.layby.15"/>
            <p:cNvSpPr/>
            <p:nvPr/>
          </p:nvSpPr>
          <p:spPr>
            <a:xfrm>
              <a:off x="4836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3" name="route.layby.16"/>
            <p:cNvSpPr/>
            <p:nvPr/>
          </p:nvSpPr>
          <p:spPr>
            <a:xfrm>
              <a:off x="5056865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4" name="route.cs.17"/>
            <p:cNvSpPr/>
            <p:nvPr/>
          </p:nvSpPr>
          <p:spPr>
            <a:xfrm>
              <a:off x="5213661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5" name="route.layby.18"/>
            <p:cNvSpPr/>
            <p:nvPr/>
          </p:nvSpPr>
          <p:spPr>
            <a:xfrm>
              <a:off x="550490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6" name="route.layby.19"/>
            <p:cNvSpPr/>
            <p:nvPr/>
          </p:nvSpPr>
          <p:spPr>
            <a:xfrm>
              <a:off x="573259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7" name="route.customer.20"/>
            <p:cNvSpPr/>
            <p:nvPr/>
          </p:nvSpPr>
          <p:spPr>
            <a:xfrm>
              <a:off x="5885304" y="1244946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route.cs.21"/>
            <p:cNvSpPr/>
            <p:nvPr/>
          </p:nvSpPr>
          <p:spPr>
            <a:xfrm>
              <a:off x="6199710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9" name="route.customer.22"/>
            <p:cNvSpPr/>
            <p:nvPr/>
          </p:nvSpPr>
          <p:spPr>
            <a:xfrm>
              <a:off x="6524308" y="1250329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0" name="route.cs.23"/>
            <p:cNvSpPr/>
            <p:nvPr/>
          </p:nvSpPr>
          <p:spPr>
            <a:xfrm>
              <a:off x="6937870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1" name="route.cs.24.chosen"/>
            <p:cNvSpPr/>
            <p:nvPr/>
          </p:nvSpPr>
          <p:spPr>
            <a:xfrm>
              <a:off x="6984337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route.layby.25"/>
            <p:cNvSpPr/>
            <p:nvPr/>
          </p:nvSpPr>
          <p:spPr>
            <a:xfrm>
              <a:off x="731174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3" name="route.layby.26"/>
            <p:cNvSpPr/>
            <p:nvPr/>
          </p:nvSpPr>
          <p:spPr>
            <a:xfrm>
              <a:off x="75504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4" name="route.cs.27"/>
            <p:cNvSpPr/>
            <p:nvPr/>
          </p:nvSpPr>
          <p:spPr>
            <a:xfrm>
              <a:off x="7725608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5" name="route.layby.28"/>
            <p:cNvSpPr/>
            <p:nvPr/>
          </p:nvSpPr>
          <p:spPr>
            <a:xfrm>
              <a:off x="798747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6" name="route.layby.29"/>
            <p:cNvSpPr/>
            <p:nvPr/>
          </p:nvSpPr>
          <p:spPr>
            <a:xfrm>
              <a:off x="818578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7" name="route.cs.30"/>
            <p:cNvSpPr/>
            <p:nvPr/>
          </p:nvSpPr>
          <p:spPr>
            <a:xfrm>
              <a:off x="832054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8" name="route.layby.31"/>
            <p:cNvSpPr/>
            <p:nvPr/>
          </p:nvSpPr>
          <p:spPr>
            <a:xfrm>
              <a:off x="85897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9" name="route.layby.32"/>
            <p:cNvSpPr/>
            <p:nvPr/>
          </p:nvSpPr>
          <p:spPr>
            <a:xfrm>
              <a:off x="879540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0" name="route.cs.33"/>
            <p:cNvSpPr/>
            <p:nvPr/>
          </p:nvSpPr>
          <p:spPr>
            <a:xfrm>
              <a:off x="893751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1" name="route.layby.34"/>
            <p:cNvSpPr/>
            <p:nvPr/>
          </p:nvSpPr>
          <p:spPr>
            <a:xfrm>
              <a:off x="923610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2" name="route.layby.35"/>
            <p:cNvSpPr/>
            <p:nvPr/>
          </p:nvSpPr>
          <p:spPr>
            <a:xfrm>
              <a:off x="947113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3" name="route.cs.36.chosen"/>
            <p:cNvSpPr/>
            <p:nvPr/>
          </p:nvSpPr>
          <p:spPr>
            <a:xfrm>
              <a:off x="9617475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4" name="route.layby.37"/>
            <p:cNvSpPr/>
            <p:nvPr/>
          </p:nvSpPr>
          <p:spPr>
            <a:xfrm>
              <a:off x="997058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5" name="route.cs.38"/>
            <p:cNvSpPr/>
            <p:nvPr/>
          </p:nvSpPr>
          <p:spPr>
            <a:xfrm>
              <a:off x="10171452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6" name="route.layby.39"/>
            <p:cNvSpPr/>
            <p:nvPr/>
          </p:nvSpPr>
          <p:spPr>
            <a:xfrm>
              <a:off x="1050676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7" name="route.layby.40"/>
            <p:cNvSpPr/>
            <p:nvPr/>
          </p:nvSpPr>
          <p:spPr>
            <a:xfrm>
              <a:off x="1077852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8" name="route.cs.41"/>
            <p:cNvSpPr/>
            <p:nvPr/>
          </p:nvSpPr>
          <p:spPr>
            <a:xfrm>
              <a:off x="1098673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9" name="route.layby.42"/>
            <p:cNvSpPr/>
            <p:nvPr/>
          </p:nvSpPr>
          <p:spPr>
            <a:xfrm>
              <a:off x="1132020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0" name="route.ring.10"/>
            <p:cNvSpPr/>
            <p:nvPr/>
          </p:nvSpPr>
          <p:spPr>
            <a:xfrm>
              <a:off x="3586655" y="1152144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1" name="route.ring.12"/>
            <p:cNvSpPr/>
            <p:nvPr/>
          </p:nvSpPr>
          <p:spPr>
            <a:xfrm>
              <a:off x="4109977" y="1146637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2" name="route.ring.20"/>
            <p:cNvSpPr/>
            <p:nvPr/>
          </p:nvSpPr>
          <p:spPr>
            <a:xfrm>
              <a:off x="5812152" y="1154511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3" name="route.ring.22"/>
            <p:cNvSpPr/>
            <p:nvPr/>
          </p:nvSpPr>
          <p:spPr>
            <a:xfrm>
              <a:off x="6451156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4" name="route.ring.24"/>
            <p:cNvSpPr/>
            <p:nvPr/>
          </p:nvSpPr>
          <p:spPr>
            <a:xfrm>
              <a:off x="6924901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5" name="route.ring.36"/>
            <p:cNvSpPr/>
            <p:nvPr/>
          </p:nvSpPr>
          <p:spPr>
            <a:xfrm>
              <a:off x="9558039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6" name="route.km.10"/>
            <p:cNvSpPr txBox="1"/>
            <p:nvPr/>
          </p:nvSpPr>
          <p:spPr>
            <a:xfrm>
              <a:off x="3530506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237 km</a:t>
              </a:r>
            </a:p>
          </p:txBody>
        </p:sp>
        <p:sp>
          <p:nvSpPr>
            <p:cNvPr id="57" name="route.km.12"/>
            <p:cNvSpPr txBox="1"/>
            <p:nvPr/>
          </p:nvSpPr>
          <p:spPr>
            <a:xfrm>
              <a:off x="4053828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284 km</a:t>
              </a:r>
            </a:p>
          </p:txBody>
        </p:sp>
        <p:sp>
          <p:nvSpPr>
            <p:cNvPr id="58" name="route.km.20"/>
            <p:cNvSpPr txBox="1"/>
            <p:nvPr/>
          </p:nvSpPr>
          <p:spPr>
            <a:xfrm>
              <a:off x="5756003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439 km</a:t>
              </a:r>
            </a:p>
          </p:txBody>
        </p:sp>
        <p:sp>
          <p:nvSpPr>
            <p:cNvPr id="59" name="route.km.22"/>
            <p:cNvSpPr txBox="1"/>
            <p:nvPr/>
          </p:nvSpPr>
          <p:spPr>
            <a:xfrm>
              <a:off x="6395007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497 km</a:t>
              </a:r>
            </a:p>
          </p:txBody>
        </p:sp>
        <p:sp>
          <p:nvSpPr>
            <p:cNvPr id="60" name="route.km.24"/>
            <p:cNvSpPr txBox="1"/>
            <p:nvPr/>
          </p:nvSpPr>
          <p:spPr>
            <a:xfrm>
              <a:off x="6964764" y="1481328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540 km</a:t>
              </a:r>
            </a:p>
          </p:txBody>
        </p:sp>
        <p:sp>
          <p:nvSpPr>
            <p:cNvPr id="61" name="route.km.36"/>
            <p:cNvSpPr txBox="1"/>
            <p:nvPr/>
          </p:nvSpPr>
          <p:spPr>
            <a:xfrm>
              <a:off x="9501890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779 km</a:t>
              </a:r>
            </a:p>
          </p:txBody>
        </p:sp>
        <p:sp>
          <p:nvSpPr>
            <p:cNvPr id="62" name="route.node.O"/>
            <p:cNvSpPr/>
            <p:nvPr/>
          </p:nvSpPr>
          <p:spPr>
            <a:xfrm>
              <a:off x="1048703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3" name="route.nodelabel.O"/>
            <p:cNvSpPr txBox="1"/>
            <p:nvPr/>
          </p:nvSpPr>
          <p:spPr>
            <a:xfrm>
              <a:off x="1048703" y="999928"/>
              <a:ext cx="147477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O</a:t>
              </a:r>
            </a:p>
          </p:txBody>
        </p:sp>
        <p:sp>
          <p:nvSpPr>
            <p:cNvPr id="64" name="route.kmlabel.O"/>
            <p:cNvSpPr txBox="1"/>
            <p:nvPr/>
          </p:nvSpPr>
          <p:spPr>
            <a:xfrm>
              <a:off x="991538" y="1463040"/>
              <a:ext cx="278923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0 km</a:t>
              </a:r>
            </a:p>
          </p:txBody>
        </p:sp>
        <p:sp>
          <p:nvSpPr>
            <p:cNvPr id="65" name="route.node.D"/>
            <p:cNvSpPr/>
            <p:nvPr/>
          </p:nvSpPr>
          <p:spPr>
            <a:xfrm>
              <a:off x="11515152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6" name="route.nodelabel.D"/>
            <p:cNvSpPr txBox="1"/>
            <p:nvPr/>
          </p:nvSpPr>
          <p:spPr>
            <a:xfrm>
              <a:off x="11513797" y="988678"/>
              <a:ext cx="137859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</a:t>
              </a:r>
            </a:p>
          </p:txBody>
        </p:sp>
        <p:sp>
          <p:nvSpPr>
            <p:cNvPr id="67" name="route.kmlabel.D"/>
            <p:cNvSpPr txBox="1"/>
            <p:nvPr/>
          </p:nvSpPr>
          <p:spPr>
            <a:xfrm>
              <a:off x="11385851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950 km</a:t>
              </a:r>
            </a:p>
          </p:txBody>
        </p:sp>
        <p:sp>
          <p:nvSpPr>
            <p:cNvPr id="68" name="route.C1"/>
            <p:cNvSpPr txBox="1"/>
            <p:nvPr/>
          </p:nvSpPr>
          <p:spPr>
            <a:xfrm>
              <a:off x="3681446" y="973325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C1</a:t>
              </a:r>
            </a:p>
          </p:txBody>
        </p:sp>
        <p:sp>
          <p:nvSpPr>
            <p:cNvPr id="69" name="route.C2"/>
            <p:cNvSpPr txBox="1"/>
            <p:nvPr/>
          </p:nvSpPr>
          <p:spPr>
            <a:xfrm>
              <a:off x="5906943" y="974849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C2</a:t>
              </a:r>
            </a:p>
          </p:txBody>
        </p:sp>
        <p:sp>
          <p:nvSpPr>
            <p:cNvPr id="70" name="route.C3"/>
            <p:cNvSpPr txBox="1"/>
            <p:nvPr/>
          </p:nvSpPr>
          <p:spPr>
            <a:xfrm>
              <a:off x="6545947" y="974849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C3</a:t>
              </a:r>
            </a:p>
          </p:txBody>
        </p:sp>
      </p:grpSp>
      <p:sp>
        <p:nvSpPr>
          <p:cNvPr id="214" name="route.cs.7">
            <a:extLst>
              <a:ext uri="{FF2B5EF4-FFF2-40B4-BE49-F238E27FC236}">
                <a16:creationId xmlns:a16="http://schemas.microsoft.com/office/drawing/2014/main" id="{48428D6E-9C19-9A1C-8916-AAC3929E5B1E}"/>
              </a:ext>
            </a:extLst>
          </p:cNvPr>
          <p:cNvSpPr/>
          <p:nvPr/>
        </p:nvSpPr>
        <p:spPr>
          <a:xfrm>
            <a:off x="3392161" y="1775298"/>
            <a:ext cx="141732" cy="123444"/>
          </a:xfrm>
          <a:prstGeom prst="triangle">
            <a:avLst/>
          </a:prstGeom>
          <a:solidFill>
            <a:srgbClr val="619F57"/>
          </a:solidFill>
          <a:ln w="9525">
            <a:solidFill>
              <a:srgbClr val="2B4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71" name="legend"/>
          <p:cNvGrpSpPr/>
          <p:nvPr/>
        </p:nvGrpSpPr>
        <p:grpSpPr>
          <a:xfrm>
            <a:off x="6910228" y="1266692"/>
            <a:ext cx="4769516" cy="251460"/>
            <a:chOff x="7628095" y="354584"/>
            <a:chExt cx="4299569" cy="251460"/>
          </a:xfrm>
        </p:grpSpPr>
        <p:sp>
          <p:nvSpPr>
            <p:cNvPr id="72" name="legend.frame"/>
            <p:cNvSpPr/>
            <p:nvPr/>
          </p:nvSpPr>
          <p:spPr>
            <a:xfrm>
              <a:off x="7628095" y="354584"/>
              <a:ext cx="4299568" cy="251460"/>
            </a:xfrm>
            <a:prstGeom prst="rect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3" name="legend.layby"/>
            <p:cNvSpPr/>
            <p:nvPr/>
          </p:nvSpPr>
          <p:spPr>
            <a:xfrm>
              <a:off x="7748050" y="420623"/>
              <a:ext cx="14630" cy="14630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4" name="legend.layby.txt"/>
            <p:cNvSpPr txBox="1"/>
            <p:nvPr/>
          </p:nvSpPr>
          <p:spPr>
            <a:xfrm>
              <a:off x="7821202" y="406908"/>
              <a:ext cx="525785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Rest area</a:t>
              </a:r>
            </a:p>
          </p:txBody>
        </p:sp>
        <p:sp>
          <p:nvSpPr>
            <p:cNvPr id="75" name="legend.cs"/>
            <p:cNvSpPr/>
            <p:nvPr/>
          </p:nvSpPr>
          <p:spPr>
            <a:xfrm>
              <a:off x="8371128" y="411479"/>
              <a:ext cx="155448" cy="137160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6" name="legend.cs.txt"/>
            <p:cNvSpPr txBox="1"/>
            <p:nvPr/>
          </p:nvSpPr>
          <p:spPr>
            <a:xfrm>
              <a:off x="8590584" y="406908"/>
              <a:ext cx="92172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Charging station</a:t>
              </a:r>
            </a:p>
          </p:txBody>
        </p:sp>
        <p:sp>
          <p:nvSpPr>
            <p:cNvPr id="77" name="legend.cust"/>
            <p:cNvSpPr/>
            <p:nvPr/>
          </p:nvSpPr>
          <p:spPr>
            <a:xfrm>
              <a:off x="9432658" y="411479"/>
              <a:ext cx="146304" cy="146304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8" name="legend.cust.txt"/>
            <p:cNvSpPr txBox="1"/>
            <p:nvPr/>
          </p:nvSpPr>
          <p:spPr>
            <a:xfrm>
              <a:off x="9642970" y="406908"/>
              <a:ext cx="55303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Customer</a:t>
              </a:r>
            </a:p>
          </p:txBody>
        </p:sp>
        <p:sp>
          <p:nvSpPr>
            <p:cNvPr id="79" name="legend.ring"/>
            <p:cNvSpPr/>
            <p:nvPr/>
          </p:nvSpPr>
          <p:spPr>
            <a:xfrm>
              <a:off x="10241280" y="397764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0" name="legend.ring.txt"/>
            <p:cNvSpPr txBox="1"/>
            <p:nvPr/>
          </p:nvSpPr>
          <p:spPr>
            <a:xfrm>
              <a:off x="10488167" y="406908"/>
              <a:ext cx="143949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Stop used by the solution</a:t>
              </a:r>
            </a:p>
          </p:txBody>
        </p:sp>
      </p:grpSp>
      <p:grpSp>
        <p:nvGrpSpPr>
          <p:cNvPr id="96" name="panel.truck"/>
          <p:cNvGrpSpPr/>
          <p:nvPr/>
        </p:nvGrpSpPr>
        <p:grpSpPr>
          <a:xfrm>
            <a:off x="541414" y="2792577"/>
            <a:ext cx="11110242" cy="376732"/>
            <a:chOff x="541414" y="2792577"/>
            <a:chExt cx="11110242" cy="376732"/>
          </a:xfrm>
        </p:grpSpPr>
        <p:sp>
          <p:nvSpPr>
            <p:cNvPr id="97" name="truck.label"/>
            <p:cNvSpPr txBox="1"/>
            <p:nvPr/>
          </p:nvSpPr>
          <p:spPr>
            <a:xfrm>
              <a:off x="541414" y="2864749"/>
              <a:ext cx="484363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Truck</a:t>
              </a:r>
            </a:p>
          </p:txBody>
        </p:sp>
        <p:sp>
          <p:nvSpPr>
            <p:cNvPr id="99" name="truck.drive@8.0"/>
            <p:cNvSpPr/>
            <p:nvPr/>
          </p:nvSpPr>
          <p:spPr>
            <a:xfrm>
              <a:off x="1076790" y="2792577"/>
              <a:ext cx="12409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00" name="truck.drive@11.5"/>
            <p:cNvSpPr/>
            <p:nvPr/>
          </p:nvSpPr>
          <p:spPr>
            <a:xfrm>
              <a:off x="2523649" y="2792577"/>
              <a:ext cx="25249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1" name="truck.drive@13.2"/>
            <p:cNvSpPr/>
            <p:nvPr/>
          </p:nvSpPr>
          <p:spPr>
            <a:xfrm>
              <a:off x="3212096" y="2792577"/>
              <a:ext cx="79018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02" name="truck.drive@15.6"/>
            <p:cNvSpPr/>
            <p:nvPr/>
          </p:nvSpPr>
          <p:spPr>
            <a:xfrm>
              <a:off x="4208138" y="2792577"/>
              <a:ext cx="30429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3" name="truck.drive@25.8"/>
            <p:cNvSpPr/>
            <p:nvPr/>
          </p:nvSpPr>
          <p:spPr>
            <a:xfrm>
              <a:off x="8423792" y="2792577"/>
              <a:ext cx="22736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4" name="truck.drive@27.6"/>
            <p:cNvSpPr/>
            <p:nvPr/>
          </p:nvSpPr>
          <p:spPr>
            <a:xfrm>
              <a:off x="9157357" y="2792577"/>
              <a:ext cx="120399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05" name="truck.drive@31.4"/>
            <p:cNvSpPr/>
            <p:nvPr/>
          </p:nvSpPr>
          <p:spPr>
            <a:xfrm>
              <a:off x="10712001" y="2792577"/>
              <a:ext cx="93965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06" name="truck.idle@11.0"/>
            <p:cNvSpPr/>
            <p:nvPr/>
          </p:nvSpPr>
          <p:spPr>
            <a:xfrm>
              <a:off x="2317788" y="2792577"/>
              <a:ext cx="205861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7" name="truck.mstop@12.1"/>
            <p:cNvSpPr/>
            <p:nvPr/>
          </p:nvSpPr>
          <p:spPr>
            <a:xfrm>
              <a:off x="2776139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8" name="truck.queue@12.3"/>
            <p:cNvSpPr/>
            <p:nvPr/>
          </p:nvSpPr>
          <p:spPr>
            <a:xfrm>
              <a:off x="2844760" y="2792577"/>
              <a:ext cx="44216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9" name="truck.charge@12.4"/>
            <p:cNvSpPr/>
            <p:nvPr/>
          </p:nvSpPr>
          <p:spPr>
            <a:xfrm>
              <a:off x="2888976" y="2792577"/>
              <a:ext cx="323120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0" name="truck.idle@15.1"/>
            <p:cNvSpPr/>
            <p:nvPr/>
          </p:nvSpPr>
          <p:spPr>
            <a:xfrm>
              <a:off x="4002277" y="2792577"/>
              <a:ext cx="205861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1" name="truck.idle@16.3"/>
            <p:cNvSpPr/>
            <p:nvPr/>
          </p:nvSpPr>
          <p:spPr>
            <a:xfrm>
              <a:off x="4512431" y="2792577"/>
              <a:ext cx="3911360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2" name="truck.mstop@26.4"/>
            <p:cNvSpPr/>
            <p:nvPr/>
          </p:nvSpPr>
          <p:spPr>
            <a:xfrm>
              <a:off x="8651153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3" name="truck.queue@26.6"/>
            <p:cNvSpPr/>
            <p:nvPr/>
          </p:nvSpPr>
          <p:spPr>
            <a:xfrm>
              <a:off x="8719773" y="2792577"/>
              <a:ext cx="42563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4" name="truck.charge@26.7"/>
            <p:cNvSpPr/>
            <p:nvPr/>
          </p:nvSpPr>
          <p:spPr>
            <a:xfrm>
              <a:off x="8762336" y="2792577"/>
              <a:ext cx="395020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5" name="truck.mstop@30.6"/>
            <p:cNvSpPr/>
            <p:nvPr/>
          </p:nvSpPr>
          <p:spPr>
            <a:xfrm>
              <a:off x="10361352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6" name="truck.queue@30.7"/>
            <p:cNvSpPr/>
            <p:nvPr/>
          </p:nvSpPr>
          <p:spPr>
            <a:xfrm>
              <a:off x="10429973" y="2792577"/>
              <a:ext cx="16971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7" name="truck.charge@30.8"/>
            <p:cNvSpPr/>
            <p:nvPr/>
          </p:nvSpPr>
          <p:spPr>
            <a:xfrm>
              <a:off x="10446944" y="2792577"/>
              <a:ext cx="265056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8" name="truck.parked.txt"/>
            <p:cNvSpPr txBox="1"/>
            <p:nvPr/>
          </p:nvSpPr>
          <p:spPr>
            <a:xfrm>
              <a:off x="6086935" y="2889503"/>
              <a:ext cx="96821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1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truck parked  (τ</a:t>
              </a:r>
              <a:r>
                <a:rPr sz="1100" b="0" i="1" baseline="-25000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1" baseline="30000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</a:t>
              </a:r>
              <a:r>
                <a:rPr sz="1100" b="0" i="1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</p:grpSp>
      <p:grpSp>
        <p:nvGrpSpPr>
          <p:cNvPr id="119" name="panel.soc"/>
          <p:cNvGrpSpPr/>
          <p:nvPr/>
        </p:nvGrpSpPr>
        <p:grpSpPr>
          <a:xfrm>
            <a:off x="619641" y="3248026"/>
            <a:ext cx="11289987" cy="1186814"/>
            <a:chOff x="619641" y="3383280"/>
            <a:chExt cx="11289987" cy="822960"/>
          </a:xfrm>
        </p:grpSpPr>
        <p:sp>
          <p:nvSpPr>
            <p:cNvPr id="120" name="soc.label"/>
            <p:cNvSpPr txBox="1"/>
            <p:nvPr/>
          </p:nvSpPr>
          <p:spPr>
            <a:xfrm>
              <a:off x="619641" y="3693619"/>
              <a:ext cx="371897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SOC</a:t>
              </a:r>
            </a:p>
          </p:txBody>
        </p:sp>
        <p:sp>
          <p:nvSpPr>
            <p:cNvPr id="121" name="soc.chargeband@12.4"/>
            <p:cNvSpPr/>
            <p:nvPr/>
          </p:nvSpPr>
          <p:spPr>
            <a:xfrm>
              <a:off x="2888976" y="3392424"/>
              <a:ext cx="323120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2" name="soc.chargeband@26.7"/>
            <p:cNvSpPr/>
            <p:nvPr/>
          </p:nvSpPr>
          <p:spPr>
            <a:xfrm>
              <a:off x="8762336" y="3392424"/>
              <a:ext cx="395020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3" name="soc.chargeband@30.8"/>
            <p:cNvSpPr/>
            <p:nvPr/>
          </p:nvSpPr>
          <p:spPr>
            <a:xfrm>
              <a:off x="10446944" y="3392424"/>
              <a:ext cx="265056" cy="804672"/>
            </a:xfrm>
            <a:prstGeom prst="rect">
              <a:avLst/>
            </a:prstGeom>
            <a:solidFill>
              <a:srgbClr val="DDEA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4" name="soc.frame"/>
            <p:cNvSpPr/>
            <p:nvPr/>
          </p:nvSpPr>
          <p:spPr>
            <a:xfrm>
              <a:off x="1076790" y="3383280"/>
              <a:ext cx="10574866" cy="822960"/>
            </a:xfrm>
            <a:prstGeom prst="rect">
              <a:avLst/>
            </a:prstGeom>
            <a:solidFill>
              <a:srgbClr val="F2F2F2">
                <a:alpha val="50196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25" name="soc.Ecap.line"/>
            <p:cNvCxnSpPr>
              <a:cxnSpLocks/>
            </p:cNvCxnSpPr>
            <p:nvPr/>
          </p:nvCxnSpPr>
          <p:spPr>
            <a:xfrm>
              <a:off x="1076790" y="3471454"/>
              <a:ext cx="10574867" cy="0"/>
            </a:xfrm>
            <a:prstGeom prst="line">
              <a:avLst/>
            </a:prstGeom>
            <a:ln w="12700">
              <a:solidFill>
                <a:srgbClr val="88888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oc.Emin.line"/>
            <p:cNvCxnSpPr>
              <a:cxnSpLocks/>
            </p:cNvCxnSpPr>
            <p:nvPr/>
          </p:nvCxnSpPr>
          <p:spPr>
            <a:xfrm>
              <a:off x="1076790" y="4121728"/>
              <a:ext cx="10574867" cy="0"/>
            </a:xfrm>
            <a:prstGeom prst="line">
              <a:avLst/>
            </a:prstGeom>
            <a:ln w="12700">
              <a:solidFill>
                <a:srgbClr val="D62728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soc.Ecap.txt"/>
            <p:cNvSpPr txBox="1"/>
            <p:nvPr/>
          </p:nvSpPr>
          <p:spPr>
            <a:xfrm>
              <a:off x="11698032" y="3389158"/>
              <a:ext cx="201978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 err="1">
                  <a:solidFill>
                    <a:srgbClr val="666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</a:t>
              </a:r>
              <a:r>
                <a:rPr sz="1100" b="0" i="0" baseline="30000" dirty="0" err="1">
                  <a:solidFill>
                    <a:srgbClr val="66666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cap</a:t>
              </a:r>
              <a:endParaRPr sz="1100" b="0" i="0" baseline="30000" dirty="0">
                <a:solidFill>
                  <a:srgbClr val="66666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8" name="soc.Emin.txt"/>
            <p:cNvSpPr txBox="1"/>
            <p:nvPr/>
          </p:nvSpPr>
          <p:spPr>
            <a:xfrm>
              <a:off x="11698032" y="4032504"/>
              <a:ext cx="211596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D62728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E</a:t>
              </a:r>
              <a:r>
                <a:rPr sz="1100" b="0" i="0" baseline="30000" dirty="0">
                  <a:solidFill>
                    <a:srgbClr val="D62728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min</a:t>
              </a:r>
            </a:p>
          </p:txBody>
        </p:sp>
        <p:sp>
          <p:nvSpPr>
            <p:cNvPr id="132" name="soc.curve"/>
            <p:cNvSpPr/>
            <p:nvPr/>
          </p:nvSpPr>
          <p:spPr>
            <a:xfrm>
              <a:off x="1076790" y="3471454"/>
              <a:ext cx="10574867" cy="587828"/>
            </a:xfrm>
            <a:custGeom>
              <a:avLst/>
              <a:gdLst/>
              <a:ahLst/>
              <a:cxnLst/>
              <a:rect l="l" t="t" r="r" b="b"/>
              <a:pathLst>
                <a:path w="10574867" h="587828">
                  <a:moveTo>
                    <a:pt x="0" y="0"/>
                  </a:moveTo>
                  <a:lnTo>
                    <a:pt x="0" y="0"/>
                  </a:lnTo>
                  <a:lnTo>
                    <a:pt x="103946" y="32175"/>
                  </a:lnTo>
                  <a:lnTo>
                    <a:pt x="103946" y="32175"/>
                  </a:lnTo>
                  <a:lnTo>
                    <a:pt x="212979" y="63740"/>
                  </a:lnTo>
                  <a:lnTo>
                    <a:pt x="212979" y="63740"/>
                  </a:lnTo>
                  <a:lnTo>
                    <a:pt x="310066" y="97048"/>
                  </a:lnTo>
                  <a:lnTo>
                    <a:pt x="310066" y="97048"/>
                  </a:lnTo>
                  <a:lnTo>
                    <a:pt x="425768" y="134626"/>
                  </a:lnTo>
                  <a:lnTo>
                    <a:pt x="425768" y="134626"/>
                  </a:lnTo>
                  <a:lnTo>
                    <a:pt x="539143" y="172606"/>
                  </a:lnTo>
                  <a:lnTo>
                    <a:pt x="539143" y="172606"/>
                  </a:lnTo>
                  <a:lnTo>
                    <a:pt x="704312" y="207718"/>
                  </a:lnTo>
                  <a:lnTo>
                    <a:pt x="704312" y="207718"/>
                  </a:lnTo>
                  <a:lnTo>
                    <a:pt x="867188" y="264780"/>
                  </a:lnTo>
                  <a:lnTo>
                    <a:pt x="867188" y="264780"/>
                  </a:lnTo>
                  <a:lnTo>
                    <a:pt x="990099" y="305279"/>
                  </a:lnTo>
                  <a:lnTo>
                    <a:pt x="990099" y="305279"/>
                  </a:lnTo>
                  <a:lnTo>
                    <a:pt x="1124515" y="344215"/>
                  </a:lnTo>
                  <a:lnTo>
                    <a:pt x="1124515" y="344215"/>
                  </a:lnTo>
                  <a:lnTo>
                    <a:pt x="1240998" y="385976"/>
                  </a:lnTo>
                  <a:lnTo>
                    <a:pt x="1446859" y="385976"/>
                  </a:lnTo>
                  <a:lnTo>
                    <a:pt x="1563090" y="425349"/>
                  </a:lnTo>
                  <a:lnTo>
                    <a:pt x="1563090" y="425349"/>
                  </a:lnTo>
                  <a:lnTo>
                    <a:pt x="1699349" y="462241"/>
                  </a:lnTo>
                  <a:lnTo>
                    <a:pt x="1812186" y="462241"/>
                  </a:lnTo>
                  <a:lnTo>
                    <a:pt x="1828651" y="440871"/>
                  </a:lnTo>
                  <a:lnTo>
                    <a:pt x="2135306" y="172926"/>
                  </a:lnTo>
                  <a:lnTo>
                    <a:pt x="2135306" y="172926"/>
                  </a:lnTo>
                  <a:lnTo>
                    <a:pt x="2200844" y="192959"/>
                  </a:lnTo>
                  <a:lnTo>
                    <a:pt x="2200844" y="192959"/>
                  </a:lnTo>
                  <a:lnTo>
                    <a:pt x="2316096" y="223990"/>
                  </a:lnTo>
                  <a:lnTo>
                    <a:pt x="2316096" y="223990"/>
                  </a:lnTo>
                  <a:lnTo>
                    <a:pt x="2410732" y="257808"/>
                  </a:lnTo>
                  <a:lnTo>
                    <a:pt x="2410732" y="257808"/>
                  </a:lnTo>
                  <a:lnTo>
                    <a:pt x="2512361" y="290322"/>
                  </a:lnTo>
                  <a:lnTo>
                    <a:pt x="2512361" y="290322"/>
                  </a:lnTo>
                  <a:lnTo>
                    <a:pt x="2609842" y="323554"/>
                  </a:lnTo>
                  <a:lnTo>
                    <a:pt x="2609842" y="323554"/>
                  </a:lnTo>
                  <a:lnTo>
                    <a:pt x="2709176" y="358171"/>
                  </a:lnTo>
                  <a:lnTo>
                    <a:pt x="2709176" y="358171"/>
                  </a:lnTo>
                  <a:lnTo>
                    <a:pt x="2816469" y="391435"/>
                  </a:lnTo>
                  <a:lnTo>
                    <a:pt x="2816469" y="391435"/>
                  </a:lnTo>
                  <a:lnTo>
                    <a:pt x="2925487" y="424470"/>
                  </a:lnTo>
                  <a:lnTo>
                    <a:pt x="3131348" y="424470"/>
                  </a:lnTo>
                  <a:lnTo>
                    <a:pt x="3293217" y="466922"/>
                  </a:lnTo>
                  <a:lnTo>
                    <a:pt x="3293217" y="466922"/>
                  </a:lnTo>
                  <a:lnTo>
                    <a:pt x="3435641" y="518925"/>
                  </a:lnTo>
                  <a:lnTo>
                    <a:pt x="7347002" y="518925"/>
                  </a:lnTo>
                  <a:lnTo>
                    <a:pt x="7544037" y="576739"/>
                  </a:lnTo>
                  <a:lnTo>
                    <a:pt x="7544037" y="576739"/>
                  </a:lnTo>
                  <a:lnTo>
                    <a:pt x="7574363" y="587828"/>
                  </a:lnTo>
                  <a:lnTo>
                    <a:pt x="7685546" y="587828"/>
                  </a:lnTo>
                  <a:lnTo>
                    <a:pt x="7798770" y="440871"/>
                  </a:lnTo>
                  <a:lnTo>
                    <a:pt x="8080567" y="194647"/>
                  </a:lnTo>
                  <a:lnTo>
                    <a:pt x="8080567" y="194647"/>
                  </a:lnTo>
                  <a:lnTo>
                    <a:pt x="8184226" y="231039"/>
                  </a:lnTo>
                  <a:lnTo>
                    <a:pt x="8184226" y="231039"/>
                  </a:lnTo>
                  <a:lnTo>
                    <a:pt x="8291984" y="266647"/>
                  </a:lnTo>
                  <a:lnTo>
                    <a:pt x="8291984" y="266647"/>
                  </a:lnTo>
                  <a:lnTo>
                    <a:pt x="8397382" y="302688"/>
                  </a:lnTo>
                  <a:lnTo>
                    <a:pt x="8397382" y="302688"/>
                  </a:lnTo>
                  <a:lnTo>
                    <a:pt x="8483545" y="332911"/>
                  </a:lnTo>
                  <a:lnTo>
                    <a:pt x="8483545" y="332911"/>
                  </a:lnTo>
                  <a:lnTo>
                    <a:pt x="8572646" y="362568"/>
                  </a:lnTo>
                  <a:lnTo>
                    <a:pt x="8572646" y="362568"/>
                  </a:lnTo>
                  <a:lnTo>
                    <a:pt x="8659049" y="392741"/>
                  </a:lnTo>
                  <a:lnTo>
                    <a:pt x="8659049" y="392741"/>
                  </a:lnTo>
                  <a:lnTo>
                    <a:pt x="8759142" y="422384"/>
                  </a:lnTo>
                  <a:lnTo>
                    <a:pt x="8759142" y="422384"/>
                  </a:lnTo>
                  <a:lnTo>
                    <a:pt x="8846547" y="454156"/>
                  </a:lnTo>
                  <a:lnTo>
                    <a:pt x="8846547" y="454156"/>
                  </a:lnTo>
                  <a:lnTo>
                    <a:pt x="8935684" y="485544"/>
                  </a:lnTo>
                  <a:lnTo>
                    <a:pt x="8935684" y="485544"/>
                  </a:lnTo>
                  <a:lnTo>
                    <a:pt x="9050158" y="519412"/>
                  </a:lnTo>
                  <a:lnTo>
                    <a:pt x="9050158" y="519412"/>
                  </a:lnTo>
                  <a:lnTo>
                    <a:pt x="9152481" y="555190"/>
                  </a:lnTo>
                  <a:lnTo>
                    <a:pt x="9152481" y="555190"/>
                  </a:lnTo>
                  <a:lnTo>
                    <a:pt x="9284562" y="587828"/>
                  </a:lnTo>
                  <a:lnTo>
                    <a:pt x="9370154" y="587828"/>
                  </a:lnTo>
                  <a:lnTo>
                    <a:pt x="9483378" y="440871"/>
                  </a:lnTo>
                  <a:lnTo>
                    <a:pt x="9635211" y="308205"/>
                  </a:lnTo>
                  <a:lnTo>
                    <a:pt x="9635211" y="308205"/>
                  </a:lnTo>
                  <a:lnTo>
                    <a:pt x="9750700" y="348378"/>
                  </a:lnTo>
                  <a:lnTo>
                    <a:pt x="9750700" y="348378"/>
                  </a:lnTo>
                  <a:lnTo>
                    <a:pt x="9947223" y="385941"/>
                  </a:lnTo>
                  <a:lnTo>
                    <a:pt x="9947223" y="385941"/>
                  </a:lnTo>
                  <a:lnTo>
                    <a:pt x="10061345" y="428253"/>
                  </a:lnTo>
                  <a:lnTo>
                    <a:pt x="10061345" y="428253"/>
                  </a:lnTo>
                  <a:lnTo>
                    <a:pt x="10177121" y="470173"/>
                  </a:lnTo>
                  <a:lnTo>
                    <a:pt x="10177121" y="470173"/>
                  </a:lnTo>
                  <a:lnTo>
                    <a:pt x="10326736" y="508029"/>
                  </a:lnTo>
                  <a:lnTo>
                    <a:pt x="10326736" y="508029"/>
                  </a:lnTo>
                  <a:lnTo>
                    <a:pt x="10449931" y="548066"/>
                  </a:lnTo>
                  <a:lnTo>
                    <a:pt x="10449931" y="548066"/>
                  </a:lnTo>
                  <a:lnTo>
                    <a:pt x="10574867" y="587828"/>
                  </a:lnTo>
                </a:path>
              </a:pathLst>
            </a:custGeom>
            <a:noFill/>
            <a:ln w="22225">
              <a:solidFill>
                <a:srgbClr val="436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37" name="panel.hos"/>
          <p:cNvGrpSpPr/>
          <p:nvPr/>
        </p:nvGrpSpPr>
        <p:grpSpPr>
          <a:xfrm>
            <a:off x="619641" y="4538472"/>
            <a:ext cx="11292539" cy="1119378"/>
            <a:chOff x="619641" y="4370832"/>
            <a:chExt cx="11292539" cy="975399"/>
          </a:xfrm>
        </p:grpSpPr>
        <p:sp>
          <p:nvSpPr>
            <p:cNvPr id="138" name="hos.label"/>
            <p:cNvSpPr txBox="1"/>
            <p:nvPr/>
          </p:nvSpPr>
          <p:spPr>
            <a:xfrm>
              <a:off x="619641" y="4653739"/>
              <a:ext cx="360676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 err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HoS</a:t>
              </a:r>
              <a:endParaRPr b="1" i="0" dirty="0">
                <a:solidFill>
                  <a:srgbClr val="22222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39" name="hos.frame"/>
            <p:cNvSpPr/>
            <p:nvPr/>
          </p:nvSpPr>
          <p:spPr>
            <a:xfrm>
              <a:off x="1076790" y="4370832"/>
              <a:ext cx="10574866" cy="768096"/>
            </a:xfrm>
            <a:prstGeom prst="rect">
              <a:avLst/>
            </a:prstGeom>
            <a:solidFill>
              <a:srgbClr val="F2F2F2">
                <a:alpha val="50196"/>
              </a:srgbClr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40" name="hos.cap45.line"/>
            <p:cNvCxnSpPr>
              <a:cxnSpLocks/>
            </p:cNvCxnSpPr>
            <p:nvPr/>
          </p:nvCxnSpPr>
          <p:spPr>
            <a:xfrm>
              <a:off x="1076790" y="4803352"/>
              <a:ext cx="10574867" cy="0"/>
            </a:xfrm>
            <a:prstGeom prst="line">
              <a:avLst/>
            </a:prstGeom>
            <a:ln w="12700">
              <a:solidFill>
                <a:schemeClr val="accent5"/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hos.cap9.line"/>
            <p:cNvCxnSpPr>
              <a:cxnSpLocks/>
            </p:cNvCxnSpPr>
            <p:nvPr/>
          </p:nvCxnSpPr>
          <p:spPr>
            <a:xfrm>
              <a:off x="1076790" y="4467776"/>
              <a:ext cx="10574866" cy="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sys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hos.cap45.txt"/>
            <p:cNvSpPr txBox="1"/>
            <p:nvPr/>
          </p:nvSpPr>
          <p:spPr>
            <a:xfrm>
              <a:off x="11679744" y="4721056"/>
              <a:ext cx="232436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050" b="0" i="0" dirty="0" err="1">
                  <a:solidFill>
                    <a:schemeClr val="accent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lang="en-US" sz="1050" b="0" i="0" baseline="30000" dirty="0" err="1">
                  <a:solidFill>
                    <a:schemeClr val="accent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cons</a:t>
              </a:r>
              <a:endParaRPr lang="en-US" sz="1050" b="0" i="0" baseline="30000" dirty="0">
                <a:solidFill>
                  <a:schemeClr val="accent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3" name="hos.cap9.txt"/>
            <p:cNvSpPr txBox="1"/>
            <p:nvPr/>
          </p:nvSpPr>
          <p:spPr>
            <a:xfrm>
              <a:off x="11679744" y="4385480"/>
              <a:ext cx="222818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nb-NO" sz="1050" b="0" i="0" dirty="0" err="1">
                  <a:solidFill>
                    <a:schemeClr val="accent1">
                      <a:lumMod val="75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lang="nb-NO" sz="1050" b="0" i="0" baseline="30000" dirty="0" err="1">
                  <a:solidFill>
                    <a:schemeClr val="accent1">
                      <a:lumMod val="75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shift</a:t>
              </a:r>
              <a:endParaRPr sz="1050" b="0" i="0" baseline="30000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8" name="hos.cd.curve"/>
            <p:cNvSpPr/>
            <p:nvPr/>
          </p:nvSpPr>
          <p:spPr>
            <a:xfrm>
              <a:off x="1076790" y="4868422"/>
              <a:ext cx="10574867" cy="270506"/>
            </a:xfrm>
            <a:custGeom>
              <a:avLst/>
              <a:gdLst/>
              <a:ahLst/>
              <a:cxnLst/>
              <a:rect l="l" t="t" r="r" b="b"/>
              <a:pathLst>
                <a:path w="10574867" h="270506">
                  <a:moveTo>
                    <a:pt x="0" y="270506"/>
                  </a:moveTo>
                  <a:lnTo>
                    <a:pt x="1240998" y="45732"/>
                  </a:lnTo>
                  <a:lnTo>
                    <a:pt x="1446859" y="45732"/>
                  </a:lnTo>
                  <a:lnTo>
                    <a:pt x="1699349" y="0"/>
                  </a:lnTo>
                  <a:lnTo>
                    <a:pt x="2135306" y="0"/>
                  </a:lnTo>
                  <a:lnTo>
                    <a:pt x="2135306" y="0"/>
                  </a:lnTo>
                  <a:lnTo>
                    <a:pt x="2135306" y="270506"/>
                  </a:lnTo>
                  <a:lnTo>
                    <a:pt x="2925487" y="127386"/>
                  </a:lnTo>
                  <a:lnTo>
                    <a:pt x="3131348" y="127386"/>
                  </a:lnTo>
                  <a:lnTo>
                    <a:pt x="3435641" y="72271"/>
                  </a:lnTo>
                  <a:lnTo>
                    <a:pt x="7347002" y="72271"/>
                  </a:lnTo>
                  <a:lnTo>
                    <a:pt x="7347002" y="72271"/>
                  </a:lnTo>
                  <a:lnTo>
                    <a:pt x="7347002" y="270506"/>
                  </a:lnTo>
                  <a:lnTo>
                    <a:pt x="7574363" y="229325"/>
                  </a:lnTo>
                  <a:lnTo>
                    <a:pt x="8080567" y="229325"/>
                  </a:lnTo>
                  <a:lnTo>
                    <a:pt x="9284562" y="11254"/>
                  </a:lnTo>
                  <a:lnTo>
                    <a:pt x="9635211" y="11254"/>
                  </a:lnTo>
                  <a:lnTo>
                    <a:pt x="9635211" y="11254"/>
                  </a:lnTo>
                  <a:lnTo>
                    <a:pt x="9635211" y="270506"/>
                  </a:lnTo>
                  <a:lnTo>
                    <a:pt x="10574867" y="100312"/>
                  </a:lnTo>
                  <a:lnTo>
                    <a:pt x="10574867" y="100312"/>
                  </a:lnTo>
                </a:path>
              </a:pathLst>
            </a:custGeom>
            <a:noFill/>
            <a:ln w="2222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9" name="hos.sd.curve"/>
            <p:cNvSpPr/>
            <p:nvPr/>
          </p:nvSpPr>
          <p:spPr>
            <a:xfrm>
              <a:off x="1076790" y="4670188"/>
              <a:ext cx="10574867" cy="468740"/>
            </a:xfrm>
            <a:custGeom>
              <a:avLst/>
              <a:gdLst/>
              <a:ahLst/>
              <a:cxnLst/>
              <a:rect l="l" t="t" r="r" b="b"/>
              <a:pathLst>
                <a:path w="10574867" h="468740">
                  <a:moveTo>
                    <a:pt x="0" y="468740"/>
                  </a:moveTo>
                  <a:lnTo>
                    <a:pt x="1240998" y="243966"/>
                  </a:lnTo>
                  <a:lnTo>
                    <a:pt x="1446859" y="243966"/>
                  </a:lnTo>
                  <a:lnTo>
                    <a:pt x="1699349" y="198234"/>
                  </a:lnTo>
                  <a:lnTo>
                    <a:pt x="2135306" y="198234"/>
                  </a:lnTo>
                  <a:lnTo>
                    <a:pt x="2925487" y="55114"/>
                  </a:lnTo>
                  <a:lnTo>
                    <a:pt x="3131348" y="55114"/>
                  </a:lnTo>
                  <a:lnTo>
                    <a:pt x="3435641" y="0"/>
                  </a:lnTo>
                  <a:lnTo>
                    <a:pt x="7347002" y="0"/>
                  </a:lnTo>
                  <a:lnTo>
                    <a:pt x="7347002" y="0"/>
                  </a:lnTo>
                  <a:lnTo>
                    <a:pt x="7347002" y="468740"/>
                  </a:lnTo>
                  <a:lnTo>
                    <a:pt x="7574363" y="427559"/>
                  </a:lnTo>
                  <a:lnTo>
                    <a:pt x="8080567" y="427559"/>
                  </a:lnTo>
                  <a:lnTo>
                    <a:pt x="9284562" y="209488"/>
                  </a:lnTo>
                  <a:lnTo>
                    <a:pt x="9635211" y="209488"/>
                  </a:lnTo>
                  <a:lnTo>
                    <a:pt x="10574867" y="39294"/>
                  </a:lnTo>
                  <a:lnTo>
                    <a:pt x="10574867" y="39294"/>
                  </a:lnTo>
                </a:path>
              </a:pathLst>
            </a:custGeom>
            <a:noFill/>
            <a:ln w="19050">
              <a:solidFill>
                <a:schemeClr val="accent1">
                  <a:lumMod val="75000"/>
                </a:schemeClr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51" name="hos.legend.cd.line"/>
            <p:cNvCxnSpPr/>
            <p:nvPr/>
          </p:nvCxnSpPr>
          <p:spPr>
            <a:xfrm>
              <a:off x="1170420" y="4617720"/>
              <a:ext cx="237744" cy="0"/>
            </a:xfrm>
            <a:prstGeom prst="line">
              <a:avLst/>
            </a:prstGeom>
            <a:ln w="222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hos.legend.cd.txt"/>
            <p:cNvSpPr txBox="1"/>
            <p:nvPr/>
          </p:nvSpPr>
          <p:spPr>
            <a:xfrm>
              <a:off x="1463028" y="4535424"/>
              <a:ext cx="132087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consecutive driving  </a:t>
              </a:r>
              <a:r>
                <a:rPr sz="1100" b="0" i="0" dirty="0" err="1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sz="1100" b="0" i="0" baseline="30000" dirty="0" err="1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drv</a:t>
              </a:r>
              <a:endParaRPr sz="1100" b="0" i="0" baseline="300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53" name="hos.legend.sd.line"/>
            <p:cNvCxnSpPr/>
            <p:nvPr/>
          </p:nvCxnSpPr>
          <p:spPr>
            <a:xfrm>
              <a:off x="1195580" y="4753634"/>
              <a:ext cx="237744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hos.legend.sd.txt"/>
            <p:cNvSpPr txBox="1"/>
            <p:nvPr/>
          </p:nvSpPr>
          <p:spPr>
            <a:xfrm>
              <a:off x="1477084" y="4673339"/>
              <a:ext cx="859210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shift driving  </a:t>
              </a:r>
              <a:r>
                <a:rPr sz="1100" b="0" i="0" dirty="0" err="1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sz="1100" b="0" i="0" baseline="30000" dirty="0" err="1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sd</a:t>
              </a:r>
              <a:endParaRPr sz="1100" b="0" i="0" baseline="300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55" name="hos.xtick.8"/>
            <p:cNvCxnSpPr/>
            <p:nvPr/>
          </p:nvCxnSpPr>
          <p:spPr>
            <a:xfrm>
              <a:off x="1076790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hos.xticklabel.8"/>
            <p:cNvSpPr txBox="1"/>
            <p:nvPr/>
          </p:nvSpPr>
          <p:spPr>
            <a:xfrm>
              <a:off x="1000647" y="5184648"/>
              <a:ext cx="152286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H0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57" name="hos.xtick.10"/>
            <p:cNvCxnSpPr/>
            <p:nvPr/>
          </p:nvCxnSpPr>
          <p:spPr>
            <a:xfrm>
              <a:off x="1900235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hos.xtick.12"/>
            <p:cNvCxnSpPr/>
            <p:nvPr/>
          </p:nvCxnSpPr>
          <p:spPr>
            <a:xfrm>
              <a:off x="2723679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hos.xtick.14"/>
            <p:cNvCxnSpPr/>
            <p:nvPr/>
          </p:nvCxnSpPr>
          <p:spPr>
            <a:xfrm>
              <a:off x="3547123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hos.xticklabel.14"/>
            <p:cNvSpPr txBox="1"/>
            <p:nvPr/>
          </p:nvSpPr>
          <p:spPr>
            <a:xfrm>
              <a:off x="3437317" y="5184648"/>
              <a:ext cx="219612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H+6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63" name="hos.xtick.16"/>
            <p:cNvCxnSpPr/>
            <p:nvPr/>
          </p:nvCxnSpPr>
          <p:spPr>
            <a:xfrm>
              <a:off x="4370568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hos.xtick.18"/>
            <p:cNvCxnSpPr/>
            <p:nvPr/>
          </p:nvCxnSpPr>
          <p:spPr>
            <a:xfrm>
              <a:off x="5194012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hos.xtick.20"/>
            <p:cNvCxnSpPr/>
            <p:nvPr/>
          </p:nvCxnSpPr>
          <p:spPr>
            <a:xfrm>
              <a:off x="6017456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hos.xticklabel.20"/>
            <p:cNvSpPr txBox="1"/>
            <p:nvPr/>
          </p:nvSpPr>
          <p:spPr>
            <a:xfrm>
              <a:off x="5873186" y="5184648"/>
              <a:ext cx="288542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H+12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69" name="hos.xtick.22"/>
            <p:cNvCxnSpPr/>
            <p:nvPr/>
          </p:nvCxnSpPr>
          <p:spPr>
            <a:xfrm>
              <a:off x="6840901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hos.xtick.24"/>
            <p:cNvCxnSpPr/>
            <p:nvPr/>
          </p:nvCxnSpPr>
          <p:spPr>
            <a:xfrm>
              <a:off x="7664345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hos.xtick.26"/>
            <p:cNvCxnSpPr/>
            <p:nvPr/>
          </p:nvCxnSpPr>
          <p:spPr>
            <a:xfrm>
              <a:off x="8487789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hos.xticklabel.26"/>
            <p:cNvSpPr txBox="1"/>
            <p:nvPr/>
          </p:nvSpPr>
          <p:spPr>
            <a:xfrm>
              <a:off x="8343519" y="5184648"/>
              <a:ext cx="288542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H+18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5" name="hos.xtick.28"/>
            <p:cNvCxnSpPr/>
            <p:nvPr/>
          </p:nvCxnSpPr>
          <p:spPr>
            <a:xfrm>
              <a:off x="9311233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hos.xtick.30"/>
            <p:cNvCxnSpPr/>
            <p:nvPr/>
          </p:nvCxnSpPr>
          <p:spPr>
            <a:xfrm>
              <a:off x="10134678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hos.xtick.32"/>
            <p:cNvCxnSpPr/>
            <p:nvPr/>
          </p:nvCxnSpPr>
          <p:spPr>
            <a:xfrm>
              <a:off x="10958122" y="5138928"/>
              <a:ext cx="0" cy="36576"/>
            </a:xfrm>
            <a:prstGeom prst="line">
              <a:avLst/>
            </a:prstGeom>
            <a:ln w="9525">
              <a:solidFill>
                <a:srgbClr val="AAAAA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hos.xticklabel.32"/>
            <p:cNvSpPr txBox="1"/>
            <p:nvPr/>
          </p:nvSpPr>
          <p:spPr>
            <a:xfrm>
              <a:off x="10813852" y="5184648"/>
              <a:ext cx="288542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nb-NO" sz="105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H+24</a:t>
              </a:r>
              <a:endParaRPr sz="105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83" name="panel.driver"/>
          <p:cNvGrpSpPr/>
          <p:nvPr/>
        </p:nvGrpSpPr>
        <p:grpSpPr>
          <a:xfrm>
            <a:off x="471779" y="5728969"/>
            <a:ext cx="11179877" cy="809754"/>
            <a:chOff x="471779" y="5471769"/>
            <a:chExt cx="11179877" cy="809754"/>
          </a:xfrm>
        </p:grpSpPr>
        <p:sp>
          <p:nvSpPr>
            <p:cNvPr id="184" name="driver.label"/>
            <p:cNvSpPr txBox="1"/>
            <p:nvPr/>
          </p:nvSpPr>
          <p:spPr>
            <a:xfrm>
              <a:off x="471779" y="5529589"/>
              <a:ext cx="553998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Driver</a:t>
              </a:r>
            </a:p>
          </p:txBody>
        </p:sp>
        <p:sp>
          <p:nvSpPr>
            <p:cNvPr id="186" name="driver.drive@8.0"/>
            <p:cNvSpPr/>
            <p:nvPr/>
          </p:nvSpPr>
          <p:spPr>
            <a:xfrm>
              <a:off x="1076790" y="5471769"/>
              <a:ext cx="12409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 dirty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87" name="driver.drive@11.5"/>
            <p:cNvSpPr/>
            <p:nvPr/>
          </p:nvSpPr>
          <p:spPr>
            <a:xfrm>
              <a:off x="2523649" y="5471769"/>
              <a:ext cx="25249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88" name="driver.drive@13.2"/>
            <p:cNvSpPr/>
            <p:nvPr/>
          </p:nvSpPr>
          <p:spPr>
            <a:xfrm>
              <a:off x="3212096" y="5471769"/>
              <a:ext cx="79018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89" name="driver.drive@15.6"/>
            <p:cNvSpPr/>
            <p:nvPr/>
          </p:nvSpPr>
          <p:spPr>
            <a:xfrm>
              <a:off x="4208138" y="5471769"/>
              <a:ext cx="30429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0" name="driver.drive@25.8"/>
            <p:cNvSpPr/>
            <p:nvPr/>
          </p:nvSpPr>
          <p:spPr>
            <a:xfrm>
              <a:off x="8423792" y="5471769"/>
              <a:ext cx="22736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1" name="driver.drive@27.6"/>
            <p:cNvSpPr/>
            <p:nvPr/>
          </p:nvSpPr>
          <p:spPr>
            <a:xfrm>
              <a:off x="9157357" y="5471769"/>
              <a:ext cx="120399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92" name="driver.drive@31.4"/>
            <p:cNvSpPr/>
            <p:nvPr/>
          </p:nvSpPr>
          <p:spPr>
            <a:xfrm>
              <a:off x="10712001" y="5471769"/>
              <a:ext cx="93965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93" name="driver.service@11.0"/>
            <p:cNvSpPr/>
            <p:nvPr/>
          </p:nvSpPr>
          <p:spPr>
            <a:xfrm>
              <a:off x="2317788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4" name="driver.work@12.1"/>
            <p:cNvSpPr/>
            <p:nvPr/>
          </p:nvSpPr>
          <p:spPr>
            <a:xfrm>
              <a:off x="2776139" y="5471769"/>
              <a:ext cx="112836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5" name="driver.break@12.4"/>
            <p:cNvSpPr/>
            <p:nvPr/>
          </p:nvSpPr>
          <p:spPr>
            <a:xfrm>
              <a:off x="2888976" y="5471769"/>
              <a:ext cx="323120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6" name="driver.service@15.1"/>
            <p:cNvSpPr/>
            <p:nvPr/>
          </p:nvSpPr>
          <p:spPr>
            <a:xfrm>
              <a:off x="4002277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7" name="driver.service@16.3"/>
            <p:cNvSpPr/>
            <p:nvPr/>
          </p:nvSpPr>
          <p:spPr>
            <a:xfrm>
              <a:off x="4512431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8" name="driver.rest@16.8"/>
            <p:cNvSpPr/>
            <p:nvPr/>
          </p:nvSpPr>
          <p:spPr>
            <a:xfrm>
              <a:off x="4718292" y="5471769"/>
              <a:ext cx="3705499" cy="376732"/>
            </a:xfrm>
            <a:prstGeom prst="rect">
              <a:avLst/>
            </a:prstGeom>
            <a:pattFill prst="wd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9" name="driver.work@26.4"/>
            <p:cNvSpPr/>
            <p:nvPr/>
          </p:nvSpPr>
          <p:spPr>
            <a:xfrm>
              <a:off x="8651153" y="5471769"/>
              <a:ext cx="111183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0" name="driver.break@26.7"/>
            <p:cNvSpPr/>
            <p:nvPr/>
          </p:nvSpPr>
          <p:spPr>
            <a:xfrm>
              <a:off x="8762336" y="5471769"/>
              <a:ext cx="395020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1" name="driver.work@30.6"/>
            <p:cNvSpPr/>
            <p:nvPr/>
          </p:nvSpPr>
          <p:spPr>
            <a:xfrm>
              <a:off x="10361352" y="5471769"/>
              <a:ext cx="85591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2" name="driver.break@30.8"/>
            <p:cNvSpPr/>
            <p:nvPr/>
          </p:nvSpPr>
          <p:spPr>
            <a:xfrm>
              <a:off x="10446944" y="5471769"/>
              <a:ext cx="265056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3" name="driver.rotlabel.Service@11.3"/>
            <p:cNvSpPr txBox="1"/>
            <p:nvPr/>
          </p:nvSpPr>
          <p:spPr>
            <a:xfrm rot="19320000">
              <a:off x="2090342" y="5936524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204" name="driver.rotlabel.Working time@12.3"/>
            <p:cNvSpPr txBox="1"/>
            <p:nvPr/>
          </p:nvSpPr>
          <p:spPr>
            <a:xfrm rot="19320000">
              <a:off x="2190666" y="6040141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205" name="driver.rotlabel.45′ break@12.8"/>
            <p:cNvSpPr txBox="1"/>
            <p:nvPr/>
          </p:nvSpPr>
          <p:spPr>
            <a:xfrm rot="19320000">
              <a:off x="2626083" y="5981044"/>
              <a:ext cx="525785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45′ break</a:t>
              </a:r>
            </a:p>
          </p:txBody>
        </p:sp>
        <p:sp>
          <p:nvSpPr>
            <p:cNvPr id="206" name="driver.rotlabel.Service@15.4"/>
            <p:cNvSpPr txBox="1"/>
            <p:nvPr/>
          </p:nvSpPr>
          <p:spPr>
            <a:xfrm rot="19320000">
              <a:off x="3763812" y="5951931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207" name="driver.rotlabel.Service@16.6"/>
            <p:cNvSpPr txBox="1"/>
            <p:nvPr/>
          </p:nvSpPr>
          <p:spPr>
            <a:xfrm rot="19320000">
              <a:off x="4311253" y="5965639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208" name="driver.rotlabel.9 h rest (re@21.3"/>
            <p:cNvSpPr txBox="1"/>
            <p:nvPr/>
          </p:nvSpPr>
          <p:spPr>
            <a:xfrm rot="19320000">
              <a:off x="6048135" y="5942969"/>
              <a:ext cx="549831" cy="33855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 h rest </a:t>
              </a:r>
              <a:endParaRPr lang="nb-NO" sz="110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(reduced)</a:t>
              </a:r>
            </a:p>
          </p:txBody>
        </p:sp>
        <p:sp>
          <p:nvSpPr>
            <p:cNvPr id="209" name="driver.rotlabel.Working time@26.5"/>
            <p:cNvSpPr txBox="1"/>
            <p:nvPr/>
          </p:nvSpPr>
          <p:spPr>
            <a:xfrm rot="19320000">
              <a:off x="8077555" y="6040138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210" name="driver.rotlabel.1st split br@27.1"/>
            <p:cNvSpPr txBox="1"/>
            <p:nvPr/>
          </p:nvSpPr>
          <p:spPr>
            <a:xfrm rot="19320000">
              <a:off x="8350365" y="6041135"/>
              <a:ext cx="82394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1st split break </a:t>
              </a:r>
              <a:endParaRPr lang="nb-NO" sz="110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1" name="driver.rotlabel.Working time@30.7"/>
            <p:cNvSpPr txBox="1"/>
            <p:nvPr/>
          </p:nvSpPr>
          <p:spPr>
            <a:xfrm rot="19320000">
              <a:off x="9753771" y="6040139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212" name="driver.rotlabel.2nd split br@31.1"/>
            <p:cNvSpPr txBox="1"/>
            <p:nvPr/>
          </p:nvSpPr>
          <p:spPr>
            <a:xfrm rot="19320000">
              <a:off x="9926135" y="6067399"/>
              <a:ext cx="87043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2nd split break </a:t>
              </a:r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C076D49A-87EF-F38D-0485-8BD9A92264DF}"/>
              </a:ext>
            </a:extLst>
          </p:cNvPr>
          <p:cNvSpPr/>
          <p:nvPr/>
        </p:nvSpPr>
        <p:spPr>
          <a:xfrm>
            <a:off x="2317787" y="2792577"/>
            <a:ext cx="205861" cy="2936394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1D0E22-8B04-DC86-5448-47E7D68F3DBD}"/>
              </a:ext>
            </a:extLst>
          </p:cNvPr>
          <p:cNvSpPr/>
          <p:nvPr/>
        </p:nvSpPr>
        <p:spPr>
          <a:xfrm>
            <a:off x="3996449" y="2792577"/>
            <a:ext cx="211690" cy="2936392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DAE7971-B907-05C5-8483-00AF08D1F504}"/>
              </a:ext>
            </a:extLst>
          </p:cNvPr>
          <p:cNvSpPr/>
          <p:nvPr/>
        </p:nvSpPr>
        <p:spPr>
          <a:xfrm>
            <a:off x="4512430" y="2792576"/>
            <a:ext cx="3911361" cy="2936392"/>
          </a:xfrm>
          <a:prstGeom prst="rect">
            <a:avLst/>
          </a:prstGeom>
          <a:solidFill>
            <a:srgbClr val="872971">
              <a:alpha val="5098"/>
            </a:srgbClr>
          </a:solidFill>
          <a:ln>
            <a:solidFill>
              <a:srgbClr val="8729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AF23356-C3F9-DB85-335A-1CFA61DF6E89}"/>
              </a:ext>
            </a:extLst>
          </p:cNvPr>
          <p:cNvSpPr/>
          <p:nvPr/>
        </p:nvSpPr>
        <p:spPr>
          <a:xfrm>
            <a:off x="2783590" y="3169309"/>
            <a:ext cx="428193" cy="2559659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870808E-D857-7F72-488E-4B812E1A3E75}"/>
              </a:ext>
            </a:extLst>
          </p:cNvPr>
          <p:cNvSpPr/>
          <p:nvPr/>
        </p:nvSpPr>
        <p:spPr>
          <a:xfrm>
            <a:off x="8651153" y="3169308"/>
            <a:ext cx="506203" cy="2559661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381ACF-2CE7-2377-F952-58F967CE43E1}"/>
              </a:ext>
            </a:extLst>
          </p:cNvPr>
          <p:cNvSpPr/>
          <p:nvPr/>
        </p:nvSpPr>
        <p:spPr>
          <a:xfrm>
            <a:off x="10361353" y="3169309"/>
            <a:ext cx="350648" cy="2559660"/>
          </a:xfrm>
          <a:prstGeom prst="rect">
            <a:avLst/>
          </a:prstGeom>
          <a:solidFill>
            <a:srgbClr val="436C3C">
              <a:alpha val="14902"/>
            </a:srgbClr>
          </a:solidFill>
          <a:ln>
            <a:solidFill>
              <a:srgbClr val="436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4054E5E1-6F20-DA90-49DA-E24F25C8E827}"/>
              </a:ext>
            </a:extLst>
          </p:cNvPr>
          <p:cNvCxnSpPr>
            <a:cxnSpLocks/>
            <a:stCxn id="56" idx="2"/>
            <a:endCxn id="85" idx="0"/>
          </p:cNvCxnSpPr>
          <p:nvPr/>
        </p:nvCxnSpPr>
        <p:spPr>
          <a:xfrm rot="5400000">
            <a:off x="2759599" y="1810073"/>
            <a:ext cx="643624" cy="1321385"/>
          </a:xfrm>
          <a:prstGeom prst="curvedConnector3">
            <a:avLst>
              <a:gd name="adj1" fmla="val 7576"/>
            </a:avLst>
          </a:prstGeom>
          <a:ln w="38100">
            <a:solidFill>
              <a:srgbClr val="8729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707F3DC2-07AA-3C3D-6DC9-A0FEF765ABFB}"/>
              </a:ext>
            </a:extLst>
          </p:cNvPr>
          <p:cNvCxnSpPr>
            <a:cxnSpLocks/>
            <a:stCxn id="58" idx="2"/>
            <a:endCxn id="89" idx="0"/>
          </p:cNvCxnSpPr>
          <p:nvPr/>
        </p:nvCxnSpPr>
        <p:spPr>
          <a:xfrm rot="5400000">
            <a:off x="4713135" y="1538112"/>
            <a:ext cx="643624" cy="1865306"/>
          </a:xfrm>
          <a:prstGeom prst="curvedConnector3">
            <a:avLst/>
          </a:prstGeom>
          <a:ln w="38100">
            <a:solidFill>
              <a:srgbClr val="8729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F77963DE-A452-C84B-E5A4-33580D64BC95}"/>
              </a:ext>
            </a:extLst>
          </p:cNvPr>
          <p:cNvCxnSpPr>
            <a:cxnSpLocks/>
            <a:stCxn id="59" idx="2"/>
          </p:cNvCxnSpPr>
          <p:nvPr/>
        </p:nvCxnSpPr>
        <p:spPr>
          <a:xfrm rot="16200000" flipH="1">
            <a:off x="6284793" y="2470763"/>
            <a:ext cx="643623" cy="1"/>
          </a:xfrm>
          <a:prstGeom prst="curvedConnector3">
            <a:avLst/>
          </a:prstGeom>
          <a:ln w="38100">
            <a:solidFill>
              <a:srgbClr val="87297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8CB06752-D89F-B5A6-4612-98B56AEE0E39}"/>
              </a:ext>
            </a:extLst>
          </p:cNvPr>
          <p:cNvCxnSpPr>
            <a:cxnSpLocks/>
            <a:stCxn id="57" idx="2"/>
            <a:endCxn id="109" idx="0"/>
          </p:cNvCxnSpPr>
          <p:nvPr/>
        </p:nvCxnSpPr>
        <p:spPr>
          <a:xfrm rot="5400000">
            <a:off x="3336169" y="1863321"/>
            <a:ext cx="643624" cy="1214889"/>
          </a:xfrm>
          <a:prstGeom prst="curvedConnector3">
            <a:avLst>
              <a:gd name="adj1" fmla="val 67759"/>
            </a:avLst>
          </a:prstGeom>
          <a:ln w="38100">
            <a:solidFill>
              <a:srgbClr val="436C3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FE2D4DEC-955B-82B7-BCB6-CB108FE70C0E}"/>
              </a:ext>
            </a:extLst>
          </p:cNvPr>
          <p:cNvCxnSpPr>
            <a:cxnSpLocks/>
            <a:stCxn id="61" idx="2"/>
            <a:endCxn id="117" idx="0"/>
          </p:cNvCxnSpPr>
          <p:nvPr/>
        </p:nvCxnSpPr>
        <p:spPr>
          <a:xfrm rot="16200000" flipH="1">
            <a:off x="9824667" y="2037772"/>
            <a:ext cx="643624" cy="865985"/>
          </a:xfrm>
          <a:prstGeom prst="curvedConnector3">
            <a:avLst/>
          </a:prstGeom>
          <a:ln w="38100">
            <a:solidFill>
              <a:srgbClr val="436C3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F9D80C61-6BC5-E5F6-C6E4-31BF4A5E04C2}"/>
              </a:ext>
            </a:extLst>
          </p:cNvPr>
          <p:cNvCxnSpPr>
            <a:cxnSpLocks/>
            <a:stCxn id="60" idx="2"/>
            <a:endCxn id="114" idx="0"/>
          </p:cNvCxnSpPr>
          <p:nvPr/>
        </p:nvCxnSpPr>
        <p:spPr>
          <a:xfrm rot="16200000" flipH="1">
            <a:off x="7755435" y="1588166"/>
            <a:ext cx="625336" cy="1783485"/>
          </a:xfrm>
          <a:prstGeom prst="curvedConnector3">
            <a:avLst/>
          </a:prstGeom>
          <a:ln w="38100">
            <a:solidFill>
              <a:srgbClr val="436C3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panel.callouts"/>
          <p:cNvGrpSpPr/>
          <p:nvPr/>
        </p:nvGrpSpPr>
        <p:grpSpPr>
          <a:xfrm>
            <a:off x="2581779" y="2301486"/>
            <a:ext cx="8889709" cy="491091"/>
            <a:chOff x="2670543" y="2317340"/>
            <a:chExt cx="8889709" cy="491091"/>
          </a:xfrm>
        </p:grpSpPr>
        <p:sp>
          <p:nvSpPr>
            <p:cNvPr id="82" name="callout.12.txt"/>
            <p:cNvSpPr txBox="1"/>
            <p:nvPr/>
          </p:nvSpPr>
          <p:spPr>
            <a:xfrm>
              <a:off x="3240132" y="2320126"/>
              <a:ext cx="1332096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45 min break</a:t>
              </a:r>
              <a:r>
                <a:rPr lang="nb-NO"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</a:p>
          </p:txBody>
        </p:sp>
        <p:sp>
          <p:nvSpPr>
            <p:cNvPr id="84" name="callout.22.txt"/>
            <p:cNvSpPr txBox="1"/>
            <p:nvPr/>
          </p:nvSpPr>
          <p:spPr>
            <a:xfrm>
              <a:off x="6094361" y="2430858"/>
              <a:ext cx="1192635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Service, then 9 h rest</a:t>
              </a:r>
            </a:p>
          </p:txBody>
        </p:sp>
        <p:sp>
          <p:nvSpPr>
            <p:cNvPr id="86" name="callout.24.txt"/>
            <p:cNvSpPr txBox="1"/>
            <p:nvPr/>
          </p:nvSpPr>
          <p:spPr>
            <a:xfrm>
              <a:off x="8463743" y="2336179"/>
              <a:ext cx="130003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anchor="t">
              <a:spAutoFit/>
            </a:bodyPr>
            <a:lstStyle/>
            <a:p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15 min break</a:t>
              </a:r>
            </a:p>
            <a:p>
              <a:r>
                <a:rPr lang="nb-NO"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 </a:t>
              </a:r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(1st split,  </a:t>
              </a:r>
              <a:r>
                <a:rPr sz="1100" i="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g</a:t>
              </a:r>
              <a:r>
                <a:rPr sz="1100" i="0" baseline="-25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= </a:t>
              </a:r>
              <a:r>
                <a:rPr sz="1100" i="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100" i="0" baseline="-25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i="0" baseline="30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  <p:sp>
          <p:nvSpPr>
            <p:cNvPr id="88" name="callout.36.txt"/>
            <p:cNvSpPr txBox="1"/>
            <p:nvPr/>
          </p:nvSpPr>
          <p:spPr>
            <a:xfrm>
              <a:off x="10260216" y="2317340"/>
              <a:ext cx="130003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anchor="t">
              <a:spAutoFit/>
            </a:bodyPr>
            <a:lstStyle/>
            <a:p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30 min break</a:t>
              </a:r>
            </a:p>
            <a:p>
              <a:r>
                <a:rPr sz="1100" i="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(2nd split)</a:t>
              </a:r>
            </a:p>
          </p:txBody>
        </p:sp>
        <p:sp>
          <p:nvSpPr>
            <p:cNvPr id="90" name="micro.mstop.12"/>
            <p:cNvSpPr txBox="1"/>
            <p:nvPr/>
          </p:nvSpPr>
          <p:spPr>
            <a:xfrm>
              <a:off x="2670543" y="2505456"/>
              <a:ext cx="326051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i="1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</a:t>
              </a:r>
              <a:r>
                <a:rPr sz="1200" i="1" baseline="-25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200" i="1" baseline="30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stop</a:t>
              </a:r>
              <a:endParaRPr sz="1200" i="1" baseline="30000" dirty="0">
                <a:solidFill>
                  <a:sysClr val="windowText" lastClr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91" name="micro.mstop.12.leader"/>
            <p:cNvCxnSpPr>
              <a:cxnSpLocks/>
              <a:stCxn id="90" idx="2"/>
              <a:endCxn id="107" idx="0"/>
            </p:cNvCxnSpPr>
            <p:nvPr/>
          </p:nvCxnSpPr>
          <p:spPr>
            <a:xfrm>
              <a:off x="2833569" y="2690122"/>
              <a:ext cx="65644" cy="118309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micro.queue.12"/>
            <p:cNvSpPr txBox="1"/>
            <p:nvPr/>
          </p:nvSpPr>
          <p:spPr>
            <a:xfrm>
              <a:off x="3046743" y="2513150"/>
              <a:ext cx="12343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i="1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Q</a:t>
              </a:r>
              <a:r>
                <a:rPr sz="1200" i="1" baseline="-25000" dirty="0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</a:p>
          </p:txBody>
        </p:sp>
        <p:cxnSp>
          <p:nvCxnSpPr>
            <p:cNvPr id="93" name="micro.queue.12.leader"/>
            <p:cNvCxnSpPr>
              <a:cxnSpLocks/>
              <a:stCxn id="92" idx="2"/>
              <a:endCxn id="108" idx="0"/>
            </p:cNvCxnSpPr>
            <p:nvPr/>
          </p:nvCxnSpPr>
          <p:spPr>
            <a:xfrm flipH="1">
              <a:off x="2955632" y="2697816"/>
              <a:ext cx="152827" cy="110615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icro.charge.12"/>
            <p:cNvSpPr txBox="1"/>
            <p:nvPr/>
          </p:nvSpPr>
          <p:spPr>
            <a:xfrm>
              <a:off x="3573369" y="2597789"/>
              <a:ext cx="125035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i="1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200" i="1" baseline="-25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200" i="1" baseline="30000" dirty="0" err="1">
                  <a:solidFill>
                    <a:sysClr val="windowText" lastClr="000000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endParaRPr sz="1200" i="1" baseline="30000" dirty="0">
                <a:solidFill>
                  <a:sysClr val="windowText" lastClr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95" name="micro.charge.12.leader"/>
            <p:cNvCxnSpPr>
              <a:cxnSpLocks/>
              <a:stCxn id="94" idx="1"/>
              <a:endCxn id="109" idx="0"/>
            </p:cNvCxnSpPr>
            <p:nvPr/>
          </p:nvCxnSpPr>
          <p:spPr>
            <a:xfrm flipH="1">
              <a:off x="3139300" y="2690122"/>
              <a:ext cx="434069" cy="118309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nel.route">
            <a:extLst>
              <a:ext uri="{FF2B5EF4-FFF2-40B4-BE49-F238E27FC236}">
                <a16:creationId xmlns:a16="http://schemas.microsoft.com/office/drawing/2014/main" id="{1E64A8CE-C746-4C5F-F090-BC45989F06F2}"/>
              </a:ext>
            </a:extLst>
          </p:cNvPr>
          <p:cNvGrpSpPr/>
          <p:nvPr/>
        </p:nvGrpSpPr>
        <p:grpSpPr>
          <a:xfrm>
            <a:off x="445812" y="1489961"/>
            <a:ext cx="11363233" cy="677280"/>
            <a:chOff x="445812" y="973325"/>
            <a:chExt cx="11363233" cy="677280"/>
          </a:xfrm>
        </p:grpSpPr>
        <p:cxnSp>
          <p:nvCxnSpPr>
            <p:cNvPr id="3" name="route.line">
              <a:extLst>
                <a:ext uri="{FF2B5EF4-FFF2-40B4-BE49-F238E27FC236}">
                  <a16:creationId xmlns:a16="http://schemas.microsoft.com/office/drawing/2014/main" id="{2E34F880-14F0-FDAA-BCD5-21AD33D4BCFE}"/>
                </a:ext>
              </a:extLst>
            </p:cNvPr>
            <p:cNvCxnSpPr/>
            <p:nvPr/>
          </p:nvCxnSpPr>
          <p:spPr>
            <a:xfrm>
              <a:off x="1130999" y="1335024"/>
              <a:ext cx="10466449" cy="0"/>
            </a:xfrm>
            <a:prstGeom prst="line">
              <a:avLst/>
            </a:prstGeom>
            <a:ln w="19050">
              <a:solidFill>
                <a:srgbClr val="44444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oute.label">
              <a:extLst>
                <a:ext uri="{FF2B5EF4-FFF2-40B4-BE49-F238E27FC236}">
                  <a16:creationId xmlns:a16="http://schemas.microsoft.com/office/drawing/2014/main" id="{BA7E770F-320D-1824-9FFE-F28B83AABDD5}"/>
                </a:ext>
              </a:extLst>
            </p:cNvPr>
            <p:cNvSpPr txBox="1"/>
            <p:nvPr/>
          </p:nvSpPr>
          <p:spPr>
            <a:xfrm>
              <a:off x="445812" y="1191854"/>
              <a:ext cx="534505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Route</a:t>
              </a:r>
            </a:p>
          </p:txBody>
        </p:sp>
        <p:sp>
          <p:nvSpPr>
            <p:cNvPr id="5" name="route.layby.1">
              <a:extLst>
                <a:ext uri="{FF2B5EF4-FFF2-40B4-BE49-F238E27FC236}">
                  <a16:creationId xmlns:a16="http://schemas.microsoft.com/office/drawing/2014/main" id="{E8519985-D4E6-5FB2-4127-5F423B92B7C0}"/>
                </a:ext>
              </a:extLst>
            </p:cNvPr>
            <p:cNvSpPr/>
            <p:nvPr/>
          </p:nvSpPr>
          <p:spPr>
            <a:xfrm>
              <a:off x="134403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" name="route.layby.2">
              <a:extLst>
                <a:ext uri="{FF2B5EF4-FFF2-40B4-BE49-F238E27FC236}">
                  <a16:creationId xmlns:a16="http://schemas.microsoft.com/office/drawing/2014/main" id="{F3DF9CE6-7EC1-316D-62FA-B6BE8AB019AB}"/>
                </a:ext>
              </a:extLst>
            </p:cNvPr>
            <p:cNvSpPr/>
            <p:nvPr/>
          </p:nvSpPr>
          <p:spPr>
            <a:xfrm>
              <a:off x="156437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" name="route.cs.3">
              <a:extLst>
                <a:ext uri="{FF2B5EF4-FFF2-40B4-BE49-F238E27FC236}">
                  <a16:creationId xmlns:a16="http://schemas.microsoft.com/office/drawing/2014/main" id="{D3523634-70B8-4A14-8165-54E9A7B2B5F7}"/>
                </a:ext>
              </a:extLst>
            </p:cNvPr>
            <p:cNvSpPr/>
            <p:nvPr/>
          </p:nvSpPr>
          <p:spPr>
            <a:xfrm>
              <a:off x="1721172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" name="route.layby.4">
              <a:extLst>
                <a:ext uri="{FF2B5EF4-FFF2-40B4-BE49-F238E27FC236}">
                  <a16:creationId xmlns:a16="http://schemas.microsoft.com/office/drawing/2014/main" id="{DA898756-530E-3C19-4CFD-5A816DD591C3}"/>
                </a:ext>
              </a:extLst>
            </p:cNvPr>
            <p:cNvSpPr/>
            <p:nvPr/>
          </p:nvSpPr>
          <p:spPr>
            <a:xfrm>
              <a:off x="203812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" name="route.layby.5">
              <a:extLst>
                <a:ext uri="{FF2B5EF4-FFF2-40B4-BE49-F238E27FC236}">
                  <a16:creationId xmlns:a16="http://schemas.microsoft.com/office/drawing/2014/main" id="{F68D39FB-54C8-909F-81B4-8A893161A867}"/>
                </a:ext>
              </a:extLst>
            </p:cNvPr>
            <p:cNvSpPr/>
            <p:nvPr/>
          </p:nvSpPr>
          <p:spPr>
            <a:xfrm>
              <a:off x="2291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" name="route.cs.6">
              <a:extLst>
                <a:ext uri="{FF2B5EF4-FFF2-40B4-BE49-F238E27FC236}">
                  <a16:creationId xmlns:a16="http://schemas.microsoft.com/office/drawing/2014/main" id="{76C9A944-1C9D-6596-323F-FDA5139E66C3}"/>
                </a:ext>
              </a:extLst>
            </p:cNvPr>
            <p:cNvSpPr/>
            <p:nvPr/>
          </p:nvSpPr>
          <p:spPr>
            <a:xfrm>
              <a:off x="2481367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" name="route.cs.7">
              <a:extLst>
                <a:ext uri="{FF2B5EF4-FFF2-40B4-BE49-F238E27FC236}">
                  <a16:creationId xmlns:a16="http://schemas.microsoft.com/office/drawing/2014/main" id="{AECD2CA3-5889-B3E8-D92A-F2CCD0067279}"/>
                </a:ext>
              </a:extLst>
            </p:cNvPr>
            <p:cNvSpPr/>
            <p:nvPr/>
          </p:nvSpPr>
          <p:spPr>
            <a:xfrm>
              <a:off x="2855955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2" name="route.layby.8">
              <a:extLst>
                <a:ext uri="{FF2B5EF4-FFF2-40B4-BE49-F238E27FC236}">
                  <a16:creationId xmlns:a16="http://schemas.microsoft.com/office/drawing/2014/main" id="{6B1411A1-117A-8FF5-157C-0ED83049D0E1}"/>
                </a:ext>
              </a:extLst>
            </p:cNvPr>
            <p:cNvSpPr/>
            <p:nvPr/>
          </p:nvSpPr>
          <p:spPr>
            <a:xfrm>
              <a:off x="319126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3" name="route.layby.9">
              <a:extLst>
                <a:ext uri="{FF2B5EF4-FFF2-40B4-BE49-F238E27FC236}">
                  <a16:creationId xmlns:a16="http://schemas.microsoft.com/office/drawing/2014/main" id="{9A5400CC-3E03-FC84-DA84-C4E990C06FBE}"/>
                </a:ext>
              </a:extLst>
            </p:cNvPr>
            <p:cNvSpPr/>
            <p:nvPr/>
          </p:nvSpPr>
          <p:spPr>
            <a:xfrm>
              <a:off x="346302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4" name="route.customer.10">
              <a:extLst>
                <a:ext uri="{FF2B5EF4-FFF2-40B4-BE49-F238E27FC236}">
                  <a16:creationId xmlns:a16="http://schemas.microsoft.com/office/drawing/2014/main" id="{70CD677E-D512-DE29-6CED-3182E26A0DDE}"/>
                </a:ext>
              </a:extLst>
            </p:cNvPr>
            <p:cNvSpPr/>
            <p:nvPr/>
          </p:nvSpPr>
          <p:spPr>
            <a:xfrm>
              <a:off x="3659807" y="1250329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" name="route.layby.11">
              <a:extLst>
                <a:ext uri="{FF2B5EF4-FFF2-40B4-BE49-F238E27FC236}">
                  <a16:creationId xmlns:a16="http://schemas.microsoft.com/office/drawing/2014/main" id="{BD7FD2A0-DCDB-5F31-3FF3-0399A9B1FEAD}"/>
                </a:ext>
              </a:extLst>
            </p:cNvPr>
            <p:cNvSpPr/>
            <p:nvPr/>
          </p:nvSpPr>
          <p:spPr>
            <a:xfrm>
              <a:off x="399644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" name="route.cs.12.chosen">
              <a:extLst>
                <a:ext uri="{FF2B5EF4-FFF2-40B4-BE49-F238E27FC236}">
                  <a16:creationId xmlns:a16="http://schemas.microsoft.com/office/drawing/2014/main" id="{97934D03-4BF4-A49C-1B4B-AF39AC6CAA94}"/>
                </a:ext>
              </a:extLst>
            </p:cNvPr>
            <p:cNvSpPr/>
            <p:nvPr/>
          </p:nvSpPr>
          <p:spPr>
            <a:xfrm>
              <a:off x="4169413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0D3C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" name="route.cs.13">
              <a:extLst>
                <a:ext uri="{FF2B5EF4-FFF2-40B4-BE49-F238E27FC236}">
                  <a16:creationId xmlns:a16="http://schemas.microsoft.com/office/drawing/2014/main" id="{9EAA0738-B06F-6971-2857-D6E8705360AA}"/>
                </a:ext>
              </a:extLst>
            </p:cNvPr>
            <p:cNvSpPr/>
            <p:nvPr/>
          </p:nvSpPr>
          <p:spPr>
            <a:xfrm>
              <a:off x="4546998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8" name="route.layby.15">
              <a:extLst>
                <a:ext uri="{FF2B5EF4-FFF2-40B4-BE49-F238E27FC236}">
                  <a16:creationId xmlns:a16="http://schemas.microsoft.com/office/drawing/2014/main" id="{59A42337-C43E-FFAB-8BB8-F71FB3F7DA57}"/>
                </a:ext>
              </a:extLst>
            </p:cNvPr>
            <p:cNvSpPr/>
            <p:nvPr/>
          </p:nvSpPr>
          <p:spPr>
            <a:xfrm>
              <a:off x="4836519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9" name="route.layby.16">
              <a:extLst>
                <a:ext uri="{FF2B5EF4-FFF2-40B4-BE49-F238E27FC236}">
                  <a16:creationId xmlns:a16="http://schemas.microsoft.com/office/drawing/2014/main" id="{4929CE5D-664A-BC86-256A-D6860338BAFB}"/>
                </a:ext>
              </a:extLst>
            </p:cNvPr>
            <p:cNvSpPr/>
            <p:nvPr/>
          </p:nvSpPr>
          <p:spPr>
            <a:xfrm>
              <a:off x="5056865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0" name="route.cs.17">
              <a:extLst>
                <a:ext uri="{FF2B5EF4-FFF2-40B4-BE49-F238E27FC236}">
                  <a16:creationId xmlns:a16="http://schemas.microsoft.com/office/drawing/2014/main" id="{5D4694C8-0662-1ABC-EC45-0493F441FEE5}"/>
                </a:ext>
              </a:extLst>
            </p:cNvPr>
            <p:cNvSpPr/>
            <p:nvPr/>
          </p:nvSpPr>
          <p:spPr>
            <a:xfrm>
              <a:off x="5213661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route.layby.18">
              <a:extLst>
                <a:ext uri="{FF2B5EF4-FFF2-40B4-BE49-F238E27FC236}">
                  <a16:creationId xmlns:a16="http://schemas.microsoft.com/office/drawing/2014/main" id="{1966C79A-99EE-20DE-C28C-EAAA00413C16}"/>
                </a:ext>
              </a:extLst>
            </p:cNvPr>
            <p:cNvSpPr/>
            <p:nvPr/>
          </p:nvSpPr>
          <p:spPr>
            <a:xfrm>
              <a:off x="550490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2" name="route.layby.19">
              <a:extLst>
                <a:ext uri="{FF2B5EF4-FFF2-40B4-BE49-F238E27FC236}">
                  <a16:creationId xmlns:a16="http://schemas.microsoft.com/office/drawing/2014/main" id="{987C2AF8-F686-ADFD-E3A5-F0A304E0886F}"/>
                </a:ext>
              </a:extLst>
            </p:cNvPr>
            <p:cNvSpPr/>
            <p:nvPr/>
          </p:nvSpPr>
          <p:spPr>
            <a:xfrm>
              <a:off x="573259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3" name="route.customer.20">
              <a:extLst>
                <a:ext uri="{FF2B5EF4-FFF2-40B4-BE49-F238E27FC236}">
                  <a16:creationId xmlns:a16="http://schemas.microsoft.com/office/drawing/2014/main" id="{1A995586-B0AA-7A4A-CFA0-C9B9B98EDB32}"/>
                </a:ext>
              </a:extLst>
            </p:cNvPr>
            <p:cNvSpPr/>
            <p:nvPr/>
          </p:nvSpPr>
          <p:spPr>
            <a:xfrm>
              <a:off x="5885304" y="1244946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4" name="route.cs.21">
              <a:extLst>
                <a:ext uri="{FF2B5EF4-FFF2-40B4-BE49-F238E27FC236}">
                  <a16:creationId xmlns:a16="http://schemas.microsoft.com/office/drawing/2014/main" id="{476B164E-1A9A-ABD6-F777-591322B1815C}"/>
                </a:ext>
              </a:extLst>
            </p:cNvPr>
            <p:cNvSpPr/>
            <p:nvPr/>
          </p:nvSpPr>
          <p:spPr>
            <a:xfrm>
              <a:off x="6199710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5" name="route.customer.22">
              <a:extLst>
                <a:ext uri="{FF2B5EF4-FFF2-40B4-BE49-F238E27FC236}">
                  <a16:creationId xmlns:a16="http://schemas.microsoft.com/office/drawing/2014/main" id="{7B9C7754-D7FE-9F6C-883F-67F4C6238F6A}"/>
                </a:ext>
              </a:extLst>
            </p:cNvPr>
            <p:cNvSpPr/>
            <p:nvPr/>
          </p:nvSpPr>
          <p:spPr>
            <a:xfrm>
              <a:off x="6524308" y="1250329"/>
              <a:ext cx="164592" cy="164592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6" name="route.cs.23">
              <a:extLst>
                <a:ext uri="{FF2B5EF4-FFF2-40B4-BE49-F238E27FC236}">
                  <a16:creationId xmlns:a16="http://schemas.microsoft.com/office/drawing/2014/main" id="{D4A2591B-7B5A-453E-03A4-0374801098EF}"/>
                </a:ext>
              </a:extLst>
            </p:cNvPr>
            <p:cNvSpPr/>
            <p:nvPr/>
          </p:nvSpPr>
          <p:spPr>
            <a:xfrm>
              <a:off x="6937870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7" name="route.cs.24.chosen">
              <a:extLst>
                <a:ext uri="{FF2B5EF4-FFF2-40B4-BE49-F238E27FC236}">
                  <a16:creationId xmlns:a16="http://schemas.microsoft.com/office/drawing/2014/main" id="{FE64ADB5-2A58-F256-E714-72EBF571ED9D}"/>
                </a:ext>
              </a:extLst>
            </p:cNvPr>
            <p:cNvSpPr/>
            <p:nvPr/>
          </p:nvSpPr>
          <p:spPr>
            <a:xfrm>
              <a:off x="6984337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route.layby.25">
              <a:extLst>
                <a:ext uri="{FF2B5EF4-FFF2-40B4-BE49-F238E27FC236}">
                  <a16:creationId xmlns:a16="http://schemas.microsoft.com/office/drawing/2014/main" id="{F3C3CB52-AA1C-6338-0755-D02E59A9A63F}"/>
                </a:ext>
              </a:extLst>
            </p:cNvPr>
            <p:cNvSpPr/>
            <p:nvPr/>
          </p:nvSpPr>
          <p:spPr>
            <a:xfrm>
              <a:off x="731174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9" name="route.layby.26">
              <a:extLst>
                <a:ext uri="{FF2B5EF4-FFF2-40B4-BE49-F238E27FC236}">
                  <a16:creationId xmlns:a16="http://schemas.microsoft.com/office/drawing/2014/main" id="{4B76E035-E90C-095B-D186-AEA4EC110CC9}"/>
                </a:ext>
              </a:extLst>
            </p:cNvPr>
            <p:cNvSpPr/>
            <p:nvPr/>
          </p:nvSpPr>
          <p:spPr>
            <a:xfrm>
              <a:off x="75504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0" name="route.cs.27">
              <a:extLst>
                <a:ext uri="{FF2B5EF4-FFF2-40B4-BE49-F238E27FC236}">
                  <a16:creationId xmlns:a16="http://schemas.microsoft.com/office/drawing/2014/main" id="{31FDA90B-C463-5B20-F94B-8B323A9BE0B5}"/>
                </a:ext>
              </a:extLst>
            </p:cNvPr>
            <p:cNvSpPr/>
            <p:nvPr/>
          </p:nvSpPr>
          <p:spPr>
            <a:xfrm>
              <a:off x="7725608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1" name="route.layby.28">
              <a:extLst>
                <a:ext uri="{FF2B5EF4-FFF2-40B4-BE49-F238E27FC236}">
                  <a16:creationId xmlns:a16="http://schemas.microsoft.com/office/drawing/2014/main" id="{0D16A845-C73F-1FB3-46A4-14E921DD679A}"/>
                </a:ext>
              </a:extLst>
            </p:cNvPr>
            <p:cNvSpPr/>
            <p:nvPr/>
          </p:nvSpPr>
          <p:spPr>
            <a:xfrm>
              <a:off x="798747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route.layby.29">
              <a:extLst>
                <a:ext uri="{FF2B5EF4-FFF2-40B4-BE49-F238E27FC236}">
                  <a16:creationId xmlns:a16="http://schemas.microsoft.com/office/drawing/2014/main" id="{F0184DC5-CE5D-033D-A58C-C4244285E16D}"/>
                </a:ext>
              </a:extLst>
            </p:cNvPr>
            <p:cNvSpPr/>
            <p:nvPr/>
          </p:nvSpPr>
          <p:spPr>
            <a:xfrm>
              <a:off x="8185782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3" name="route.cs.30">
              <a:extLst>
                <a:ext uri="{FF2B5EF4-FFF2-40B4-BE49-F238E27FC236}">
                  <a16:creationId xmlns:a16="http://schemas.microsoft.com/office/drawing/2014/main" id="{F834A722-EC47-E879-ACCB-FB38DEE16FF7}"/>
                </a:ext>
              </a:extLst>
            </p:cNvPr>
            <p:cNvSpPr/>
            <p:nvPr/>
          </p:nvSpPr>
          <p:spPr>
            <a:xfrm>
              <a:off x="832054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4" name="route.layby.31">
              <a:extLst>
                <a:ext uri="{FF2B5EF4-FFF2-40B4-BE49-F238E27FC236}">
                  <a16:creationId xmlns:a16="http://schemas.microsoft.com/office/drawing/2014/main" id="{F515716E-F62F-8DB0-D203-50F79F944C17}"/>
                </a:ext>
              </a:extLst>
            </p:cNvPr>
            <p:cNvSpPr/>
            <p:nvPr/>
          </p:nvSpPr>
          <p:spPr>
            <a:xfrm>
              <a:off x="8589751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5" name="route.layby.32">
              <a:extLst>
                <a:ext uri="{FF2B5EF4-FFF2-40B4-BE49-F238E27FC236}">
                  <a16:creationId xmlns:a16="http://schemas.microsoft.com/office/drawing/2014/main" id="{822E6D98-DA00-0E2F-4CB9-91BA1318DB6D}"/>
                </a:ext>
              </a:extLst>
            </p:cNvPr>
            <p:cNvSpPr/>
            <p:nvPr/>
          </p:nvSpPr>
          <p:spPr>
            <a:xfrm>
              <a:off x="879540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6" name="route.cs.33">
              <a:extLst>
                <a:ext uri="{FF2B5EF4-FFF2-40B4-BE49-F238E27FC236}">
                  <a16:creationId xmlns:a16="http://schemas.microsoft.com/office/drawing/2014/main" id="{2DDE6325-7713-0E2F-74B9-FEBF49812025}"/>
                </a:ext>
              </a:extLst>
            </p:cNvPr>
            <p:cNvSpPr/>
            <p:nvPr/>
          </p:nvSpPr>
          <p:spPr>
            <a:xfrm>
              <a:off x="893751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7" name="route.layby.34">
              <a:extLst>
                <a:ext uri="{FF2B5EF4-FFF2-40B4-BE49-F238E27FC236}">
                  <a16:creationId xmlns:a16="http://schemas.microsoft.com/office/drawing/2014/main" id="{02A1DBB0-3CA5-C644-6FFE-48CCA7413944}"/>
                </a:ext>
              </a:extLst>
            </p:cNvPr>
            <p:cNvSpPr/>
            <p:nvPr/>
          </p:nvSpPr>
          <p:spPr>
            <a:xfrm>
              <a:off x="9236100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8" name="route.layby.35">
              <a:extLst>
                <a:ext uri="{FF2B5EF4-FFF2-40B4-BE49-F238E27FC236}">
                  <a16:creationId xmlns:a16="http://schemas.microsoft.com/office/drawing/2014/main" id="{C69B6726-CADB-9733-AD1E-769BAE077143}"/>
                </a:ext>
              </a:extLst>
            </p:cNvPr>
            <p:cNvSpPr/>
            <p:nvPr/>
          </p:nvSpPr>
          <p:spPr>
            <a:xfrm>
              <a:off x="9471136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9" name="route.cs.36.chosen">
              <a:extLst>
                <a:ext uri="{FF2B5EF4-FFF2-40B4-BE49-F238E27FC236}">
                  <a16:creationId xmlns:a16="http://schemas.microsoft.com/office/drawing/2014/main" id="{C77D1C6D-E1A5-6AB0-73EA-FD0ACF53D35B}"/>
                </a:ext>
              </a:extLst>
            </p:cNvPr>
            <p:cNvSpPr/>
            <p:nvPr/>
          </p:nvSpPr>
          <p:spPr>
            <a:xfrm>
              <a:off x="9617475" y="1211580"/>
              <a:ext cx="192024" cy="164592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0" name="route.layby.37">
              <a:extLst>
                <a:ext uri="{FF2B5EF4-FFF2-40B4-BE49-F238E27FC236}">
                  <a16:creationId xmlns:a16="http://schemas.microsoft.com/office/drawing/2014/main" id="{92AE8882-DE6C-C7ED-CD8F-4456896E9260}"/>
                </a:ext>
              </a:extLst>
            </p:cNvPr>
            <p:cNvSpPr/>
            <p:nvPr/>
          </p:nvSpPr>
          <p:spPr>
            <a:xfrm>
              <a:off x="9970587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1" name="route.cs.38">
              <a:extLst>
                <a:ext uri="{FF2B5EF4-FFF2-40B4-BE49-F238E27FC236}">
                  <a16:creationId xmlns:a16="http://schemas.microsoft.com/office/drawing/2014/main" id="{7FAEC345-5919-BBBF-4908-D0E0B6788E3E}"/>
                </a:ext>
              </a:extLst>
            </p:cNvPr>
            <p:cNvSpPr/>
            <p:nvPr/>
          </p:nvSpPr>
          <p:spPr>
            <a:xfrm>
              <a:off x="10171452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2" name="route.layby.39">
              <a:extLst>
                <a:ext uri="{FF2B5EF4-FFF2-40B4-BE49-F238E27FC236}">
                  <a16:creationId xmlns:a16="http://schemas.microsoft.com/office/drawing/2014/main" id="{96CB48FA-F8AD-A4D4-3761-97F5906B6B82}"/>
                </a:ext>
              </a:extLst>
            </p:cNvPr>
            <p:cNvSpPr/>
            <p:nvPr/>
          </p:nvSpPr>
          <p:spPr>
            <a:xfrm>
              <a:off x="10506763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3" name="route.layby.40">
              <a:extLst>
                <a:ext uri="{FF2B5EF4-FFF2-40B4-BE49-F238E27FC236}">
                  <a16:creationId xmlns:a16="http://schemas.microsoft.com/office/drawing/2014/main" id="{3FD74BF9-9327-4B7C-472D-6A0B39173F9B}"/>
                </a:ext>
              </a:extLst>
            </p:cNvPr>
            <p:cNvSpPr/>
            <p:nvPr/>
          </p:nvSpPr>
          <p:spPr>
            <a:xfrm>
              <a:off x="10778524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4" name="route.cs.41">
              <a:extLst>
                <a:ext uri="{FF2B5EF4-FFF2-40B4-BE49-F238E27FC236}">
                  <a16:creationId xmlns:a16="http://schemas.microsoft.com/office/drawing/2014/main" id="{0CA10704-54FD-2A64-BF88-5F2AE85ABEF7}"/>
                </a:ext>
              </a:extLst>
            </p:cNvPr>
            <p:cNvSpPr/>
            <p:nvPr/>
          </p:nvSpPr>
          <p:spPr>
            <a:xfrm>
              <a:off x="10986733" y="1252728"/>
              <a:ext cx="141732" cy="123444"/>
            </a:xfrm>
            <a:prstGeom prst="triangle">
              <a:avLst/>
            </a:prstGeom>
            <a:solidFill>
              <a:srgbClr val="619F57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5" name="route.layby.42">
              <a:extLst>
                <a:ext uri="{FF2B5EF4-FFF2-40B4-BE49-F238E27FC236}">
                  <a16:creationId xmlns:a16="http://schemas.microsoft.com/office/drawing/2014/main" id="{2ACF1E28-B29E-0C16-4FEB-6ED262285D82}"/>
                </a:ext>
              </a:extLst>
            </p:cNvPr>
            <p:cNvSpPr/>
            <p:nvPr/>
          </p:nvSpPr>
          <p:spPr>
            <a:xfrm>
              <a:off x="11320208" y="1280160"/>
              <a:ext cx="14630" cy="109728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6" name="route.ring.10">
              <a:extLst>
                <a:ext uri="{FF2B5EF4-FFF2-40B4-BE49-F238E27FC236}">
                  <a16:creationId xmlns:a16="http://schemas.microsoft.com/office/drawing/2014/main" id="{E18D14CF-43A5-83AD-1EA7-680F97B78721}"/>
                </a:ext>
              </a:extLst>
            </p:cNvPr>
            <p:cNvSpPr/>
            <p:nvPr/>
          </p:nvSpPr>
          <p:spPr>
            <a:xfrm>
              <a:off x="3586655" y="1152144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7" name="route.ring.12">
              <a:extLst>
                <a:ext uri="{FF2B5EF4-FFF2-40B4-BE49-F238E27FC236}">
                  <a16:creationId xmlns:a16="http://schemas.microsoft.com/office/drawing/2014/main" id="{A661EB45-7D6C-CE5C-292B-1E03C22D3820}"/>
                </a:ext>
              </a:extLst>
            </p:cNvPr>
            <p:cNvSpPr/>
            <p:nvPr/>
          </p:nvSpPr>
          <p:spPr>
            <a:xfrm>
              <a:off x="4109977" y="1146637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8" name="route.ring.20">
              <a:extLst>
                <a:ext uri="{FF2B5EF4-FFF2-40B4-BE49-F238E27FC236}">
                  <a16:creationId xmlns:a16="http://schemas.microsoft.com/office/drawing/2014/main" id="{6DA83A3B-32A6-77A6-23D2-F707C02B1F00}"/>
                </a:ext>
              </a:extLst>
            </p:cNvPr>
            <p:cNvSpPr/>
            <p:nvPr/>
          </p:nvSpPr>
          <p:spPr>
            <a:xfrm>
              <a:off x="5812152" y="1154511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49" name="route.ring.22">
              <a:extLst>
                <a:ext uri="{FF2B5EF4-FFF2-40B4-BE49-F238E27FC236}">
                  <a16:creationId xmlns:a16="http://schemas.microsoft.com/office/drawing/2014/main" id="{81DA2092-B5AC-E04B-91B6-AC88DCEB5426}"/>
                </a:ext>
              </a:extLst>
            </p:cNvPr>
            <p:cNvSpPr/>
            <p:nvPr/>
          </p:nvSpPr>
          <p:spPr>
            <a:xfrm>
              <a:off x="6451156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0" name="route.ring.24">
              <a:extLst>
                <a:ext uri="{FF2B5EF4-FFF2-40B4-BE49-F238E27FC236}">
                  <a16:creationId xmlns:a16="http://schemas.microsoft.com/office/drawing/2014/main" id="{9CA2E104-09E6-2556-34BA-7D6B1E7BF860}"/>
                </a:ext>
              </a:extLst>
            </p:cNvPr>
            <p:cNvSpPr/>
            <p:nvPr/>
          </p:nvSpPr>
          <p:spPr>
            <a:xfrm>
              <a:off x="6924901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1" name="route.ring.36">
              <a:extLst>
                <a:ext uri="{FF2B5EF4-FFF2-40B4-BE49-F238E27FC236}">
                  <a16:creationId xmlns:a16="http://schemas.microsoft.com/office/drawing/2014/main" id="{FA77910E-3027-3D01-1E91-B62BCF9D805D}"/>
                </a:ext>
              </a:extLst>
            </p:cNvPr>
            <p:cNvSpPr/>
            <p:nvPr/>
          </p:nvSpPr>
          <p:spPr>
            <a:xfrm>
              <a:off x="9558039" y="1138428"/>
              <a:ext cx="310896" cy="3108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2" name="route.km.10">
              <a:extLst>
                <a:ext uri="{FF2B5EF4-FFF2-40B4-BE49-F238E27FC236}">
                  <a16:creationId xmlns:a16="http://schemas.microsoft.com/office/drawing/2014/main" id="{C5383C07-F317-84BD-7EE1-BF471FB1D739}"/>
                </a:ext>
              </a:extLst>
            </p:cNvPr>
            <p:cNvSpPr txBox="1"/>
            <p:nvPr/>
          </p:nvSpPr>
          <p:spPr>
            <a:xfrm>
              <a:off x="3530506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237 km</a:t>
              </a:r>
            </a:p>
          </p:txBody>
        </p:sp>
        <p:sp>
          <p:nvSpPr>
            <p:cNvPr id="53" name="route.km.12">
              <a:extLst>
                <a:ext uri="{FF2B5EF4-FFF2-40B4-BE49-F238E27FC236}">
                  <a16:creationId xmlns:a16="http://schemas.microsoft.com/office/drawing/2014/main" id="{3A1F711F-A85D-68D8-B85F-C9DC65DA250F}"/>
                </a:ext>
              </a:extLst>
            </p:cNvPr>
            <p:cNvSpPr txBox="1"/>
            <p:nvPr/>
          </p:nvSpPr>
          <p:spPr>
            <a:xfrm>
              <a:off x="4053828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284 km</a:t>
              </a:r>
            </a:p>
          </p:txBody>
        </p:sp>
        <p:sp>
          <p:nvSpPr>
            <p:cNvPr id="54" name="route.km.20">
              <a:extLst>
                <a:ext uri="{FF2B5EF4-FFF2-40B4-BE49-F238E27FC236}">
                  <a16:creationId xmlns:a16="http://schemas.microsoft.com/office/drawing/2014/main" id="{CF9EE930-D463-A2B7-A0D6-5C8531A2B326}"/>
                </a:ext>
              </a:extLst>
            </p:cNvPr>
            <p:cNvSpPr txBox="1"/>
            <p:nvPr/>
          </p:nvSpPr>
          <p:spPr>
            <a:xfrm>
              <a:off x="5756003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439 km</a:t>
              </a:r>
            </a:p>
          </p:txBody>
        </p:sp>
        <p:sp>
          <p:nvSpPr>
            <p:cNvPr id="55" name="route.km.22">
              <a:extLst>
                <a:ext uri="{FF2B5EF4-FFF2-40B4-BE49-F238E27FC236}">
                  <a16:creationId xmlns:a16="http://schemas.microsoft.com/office/drawing/2014/main" id="{7261BD89-B2D1-75E2-5C76-2E62DA5A3C4D}"/>
                </a:ext>
              </a:extLst>
            </p:cNvPr>
            <p:cNvSpPr txBox="1"/>
            <p:nvPr/>
          </p:nvSpPr>
          <p:spPr>
            <a:xfrm>
              <a:off x="6395007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497 km</a:t>
              </a:r>
            </a:p>
          </p:txBody>
        </p:sp>
        <p:sp>
          <p:nvSpPr>
            <p:cNvPr id="56" name="route.km.24">
              <a:extLst>
                <a:ext uri="{FF2B5EF4-FFF2-40B4-BE49-F238E27FC236}">
                  <a16:creationId xmlns:a16="http://schemas.microsoft.com/office/drawing/2014/main" id="{5CBDB365-D016-DE01-D752-F9E26376D03B}"/>
                </a:ext>
              </a:extLst>
            </p:cNvPr>
            <p:cNvSpPr txBox="1"/>
            <p:nvPr/>
          </p:nvSpPr>
          <p:spPr>
            <a:xfrm>
              <a:off x="6964764" y="1481328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 dirty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540 km</a:t>
              </a:r>
            </a:p>
          </p:txBody>
        </p:sp>
        <p:sp>
          <p:nvSpPr>
            <p:cNvPr id="57" name="route.km.36">
              <a:extLst>
                <a:ext uri="{FF2B5EF4-FFF2-40B4-BE49-F238E27FC236}">
                  <a16:creationId xmlns:a16="http://schemas.microsoft.com/office/drawing/2014/main" id="{C8B58D69-D4FF-CA0E-740E-8801D40301D6}"/>
                </a:ext>
              </a:extLst>
            </p:cNvPr>
            <p:cNvSpPr txBox="1"/>
            <p:nvPr/>
          </p:nvSpPr>
          <p:spPr>
            <a:xfrm>
              <a:off x="9501890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i="0">
                  <a:solidFill>
                    <a:schemeClr val="bg1">
                      <a:lumMod val="50000"/>
                    </a:schemeClr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779 km</a:t>
              </a:r>
            </a:p>
          </p:txBody>
        </p:sp>
        <p:sp>
          <p:nvSpPr>
            <p:cNvPr id="58" name="route.node.O">
              <a:extLst>
                <a:ext uri="{FF2B5EF4-FFF2-40B4-BE49-F238E27FC236}">
                  <a16:creationId xmlns:a16="http://schemas.microsoft.com/office/drawing/2014/main" id="{CE9200C9-75EA-079D-55C4-E75100FB263F}"/>
                </a:ext>
              </a:extLst>
            </p:cNvPr>
            <p:cNvSpPr/>
            <p:nvPr/>
          </p:nvSpPr>
          <p:spPr>
            <a:xfrm>
              <a:off x="1048703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9" name="route.nodelabel.O">
              <a:extLst>
                <a:ext uri="{FF2B5EF4-FFF2-40B4-BE49-F238E27FC236}">
                  <a16:creationId xmlns:a16="http://schemas.microsoft.com/office/drawing/2014/main" id="{D5F28CAF-00D7-466F-79EA-4EBBD5112E59}"/>
                </a:ext>
              </a:extLst>
            </p:cNvPr>
            <p:cNvSpPr txBox="1"/>
            <p:nvPr/>
          </p:nvSpPr>
          <p:spPr>
            <a:xfrm>
              <a:off x="1048703" y="999928"/>
              <a:ext cx="147477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O</a:t>
              </a:r>
            </a:p>
          </p:txBody>
        </p:sp>
        <p:sp>
          <p:nvSpPr>
            <p:cNvPr id="60" name="route.kmlabel.O">
              <a:extLst>
                <a:ext uri="{FF2B5EF4-FFF2-40B4-BE49-F238E27FC236}">
                  <a16:creationId xmlns:a16="http://schemas.microsoft.com/office/drawing/2014/main" id="{296CF0CB-7E51-B32F-0D08-DB21564D52E5}"/>
                </a:ext>
              </a:extLst>
            </p:cNvPr>
            <p:cNvSpPr txBox="1"/>
            <p:nvPr/>
          </p:nvSpPr>
          <p:spPr>
            <a:xfrm>
              <a:off x="991538" y="1463040"/>
              <a:ext cx="278923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0 km</a:t>
              </a:r>
            </a:p>
          </p:txBody>
        </p:sp>
        <p:sp>
          <p:nvSpPr>
            <p:cNvPr id="61" name="route.node.D">
              <a:extLst>
                <a:ext uri="{FF2B5EF4-FFF2-40B4-BE49-F238E27FC236}">
                  <a16:creationId xmlns:a16="http://schemas.microsoft.com/office/drawing/2014/main" id="{96843DAA-CEA3-2C40-21BF-E09209F883B3}"/>
                </a:ext>
              </a:extLst>
            </p:cNvPr>
            <p:cNvSpPr/>
            <p:nvPr/>
          </p:nvSpPr>
          <p:spPr>
            <a:xfrm>
              <a:off x="11515152" y="1252728"/>
              <a:ext cx="164592" cy="164592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62" name="route.nodelabel.D">
              <a:extLst>
                <a:ext uri="{FF2B5EF4-FFF2-40B4-BE49-F238E27FC236}">
                  <a16:creationId xmlns:a16="http://schemas.microsoft.com/office/drawing/2014/main" id="{2C8EDC5A-0408-E95B-B930-4AA06BE62678}"/>
                </a:ext>
              </a:extLst>
            </p:cNvPr>
            <p:cNvSpPr txBox="1"/>
            <p:nvPr/>
          </p:nvSpPr>
          <p:spPr>
            <a:xfrm>
              <a:off x="11513797" y="988678"/>
              <a:ext cx="137859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</a:t>
              </a:r>
            </a:p>
          </p:txBody>
        </p:sp>
        <p:sp>
          <p:nvSpPr>
            <p:cNvPr id="63" name="route.kmlabel.D">
              <a:extLst>
                <a:ext uri="{FF2B5EF4-FFF2-40B4-BE49-F238E27FC236}">
                  <a16:creationId xmlns:a16="http://schemas.microsoft.com/office/drawing/2014/main" id="{CA55D1D0-D3F9-CA72-88B2-F56225BF655F}"/>
                </a:ext>
              </a:extLst>
            </p:cNvPr>
            <p:cNvSpPr txBox="1"/>
            <p:nvPr/>
          </p:nvSpPr>
          <p:spPr>
            <a:xfrm>
              <a:off x="11385851" y="1463040"/>
              <a:ext cx="42319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950 km</a:t>
              </a:r>
            </a:p>
          </p:txBody>
        </p:sp>
        <p:sp>
          <p:nvSpPr>
            <p:cNvPr id="64" name="route.C1">
              <a:extLst>
                <a:ext uri="{FF2B5EF4-FFF2-40B4-BE49-F238E27FC236}">
                  <a16:creationId xmlns:a16="http://schemas.microsoft.com/office/drawing/2014/main" id="{63D7022B-1759-1BC4-16BC-54E2ADCC825A}"/>
                </a:ext>
              </a:extLst>
            </p:cNvPr>
            <p:cNvSpPr txBox="1"/>
            <p:nvPr/>
          </p:nvSpPr>
          <p:spPr>
            <a:xfrm>
              <a:off x="3681446" y="973325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C1</a:t>
              </a:r>
            </a:p>
          </p:txBody>
        </p:sp>
        <p:sp>
          <p:nvSpPr>
            <p:cNvPr id="65" name="route.C2">
              <a:extLst>
                <a:ext uri="{FF2B5EF4-FFF2-40B4-BE49-F238E27FC236}">
                  <a16:creationId xmlns:a16="http://schemas.microsoft.com/office/drawing/2014/main" id="{80F32880-43A9-B96E-A21B-A3B2473F94C5}"/>
                </a:ext>
              </a:extLst>
            </p:cNvPr>
            <p:cNvSpPr txBox="1"/>
            <p:nvPr/>
          </p:nvSpPr>
          <p:spPr>
            <a:xfrm>
              <a:off x="5906943" y="974849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C2</a:t>
              </a:r>
            </a:p>
          </p:txBody>
        </p:sp>
        <p:sp>
          <p:nvSpPr>
            <p:cNvPr id="66" name="route.C3">
              <a:extLst>
                <a:ext uri="{FF2B5EF4-FFF2-40B4-BE49-F238E27FC236}">
                  <a16:creationId xmlns:a16="http://schemas.microsoft.com/office/drawing/2014/main" id="{CAF5014D-1BD7-922B-F9EF-9AC7C2FD4039}"/>
                </a:ext>
              </a:extLst>
            </p:cNvPr>
            <p:cNvSpPr txBox="1"/>
            <p:nvPr/>
          </p:nvSpPr>
          <p:spPr>
            <a:xfrm>
              <a:off x="6545947" y="974849"/>
              <a:ext cx="157094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i="0" dirty="0">
                  <a:solidFill>
                    <a:srgbClr val="912F56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C3</a:t>
              </a:r>
            </a:p>
          </p:txBody>
        </p:sp>
      </p:grpSp>
      <p:sp>
        <p:nvSpPr>
          <p:cNvPr id="67" name="route.cs.7">
            <a:extLst>
              <a:ext uri="{FF2B5EF4-FFF2-40B4-BE49-F238E27FC236}">
                <a16:creationId xmlns:a16="http://schemas.microsoft.com/office/drawing/2014/main" id="{14E407AC-BA57-B502-26E9-251FE2AC8AC5}"/>
              </a:ext>
            </a:extLst>
          </p:cNvPr>
          <p:cNvSpPr/>
          <p:nvPr/>
        </p:nvSpPr>
        <p:spPr>
          <a:xfrm>
            <a:off x="3392161" y="1775298"/>
            <a:ext cx="141732" cy="123444"/>
          </a:xfrm>
          <a:prstGeom prst="triangle">
            <a:avLst/>
          </a:prstGeom>
          <a:solidFill>
            <a:srgbClr val="619F57"/>
          </a:solidFill>
          <a:ln w="9525">
            <a:solidFill>
              <a:srgbClr val="2B4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68" name="legend">
            <a:extLst>
              <a:ext uri="{FF2B5EF4-FFF2-40B4-BE49-F238E27FC236}">
                <a16:creationId xmlns:a16="http://schemas.microsoft.com/office/drawing/2014/main" id="{7FCF1F45-79B3-33A9-A305-1912042EA510}"/>
              </a:ext>
            </a:extLst>
          </p:cNvPr>
          <p:cNvGrpSpPr/>
          <p:nvPr/>
        </p:nvGrpSpPr>
        <p:grpSpPr>
          <a:xfrm>
            <a:off x="7270247" y="1240025"/>
            <a:ext cx="4463286" cy="251460"/>
            <a:chOff x="7628095" y="354584"/>
            <a:chExt cx="4299569" cy="251460"/>
          </a:xfrm>
        </p:grpSpPr>
        <p:sp>
          <p:nvSpPr>
            <p:cNvPr id="69" name="legend.frame">
              <a:extLst>
                <a:ext uri="{FF2B5EF4-FFF2-40B4-BE49-F238E27FC236}">
                  <a16:creationId xmlns:a16="http://schemas.microsoft.com/office/drawing/2014/main" id="{7999C815-3D8B-27FF-D6B8-DFF0362F0EF2}"/>
                </a:ext>
              </a:extLst>
            </p:cNvPr>
            <p:cNvSpPr/>
            <p:nvPr/>
          </p:nvSpPr>
          <p:spPr>
            <a:xfrm>
              <a:off x="7628095" y="354584"/>
              <a:ext cx="4299568" cy="251460"/>
            </a:xfrm>
            <a:prstGeom prst="rect">
              <a:avLst/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0" name="legend.layby">
              <a:extLst>
                <a:ext uri="{FF2B5EF4-FFF2-40B4-BE49-F238E27FC236}">
                  <a16:creationId xmlns:a16="http://schemas.microsoft.com/office/drawing/2014/main" id="{62F052E2-A1B7-7439-6F1A-76E6FDBE5503}"/>
                </a:ext>
              </a:extLst>
            </p:cNvPr>
            <p:cNvSpPr/>
            <p:nvPr/>
          </p:nvSpPr>
          <p:spPr>
            <a:xfrm>
              <a:off x="7748050" y="420623"/>
              <a:ext cx="14630" cy="14630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1" name="legend.layby.txt">
              <a:extLst>
                <a:ext uri="{FF2B5EF4-FFF2-40B4-BE49-F238E27FC236}">
                  <a16:creationId xmlns:a16="http://schemas.microsoft.com/office/drawing/2014/main" id="{C233551E-5C40-4501-E5FB-5876C9B7ABAA}"/>
                </a:ext>
              </a:extLst>
            </p:cNvPr>
            <p:cNvSpPr txBox="1"/>
            <p:nvPr/>
          </p:nvSpPr>
          <p:spPr>
            <a:xfrm>
              <a:off x="7821202" y="406908"/>
              <a:ext cx="525785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Rest area</a:t>
              </a:r>
            </a:p>
          </p:txBody>
        </p:sp>
        <p:sp>
          <p:nvSpPr>
            <p:cNvPr id="72" name="legend.cs">
              <a:extLst>
                <a:ext uri="{FF2B5EF4-FFF2-40B4-BE49-F238E27FC236}">
                  <a16:creationId xmlns:a16="http://schemas.microsoft.com/office/drawing/2014/main" id="{BC2C47BD-056F-04EB-1096-6324A81A571F}"/>
                </a:ext>
              </a:extLst>
            </p:cNvPr>
            <p:cNvSpPr/>
            <p:nvPr/>
          </p:nvSpPr>
          <p:spPr>
            <a:xfrm>
              <a:off x="8371128" y="411479"/>
              <a:ext cx="155448" cy="137160"/>
            </a:xfrm>
            <a:prstGeom prst="triangle">
              <a:avLst/>
            </a:prstGeom>
            <a:solidFill>
              <a:srgbClr val="436C3C"/>
            </a:solidFill>
            <a:ln w="9525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3" name="legend.cs.txt">
              <a:extLst>
                <a:ext uri="{FF2B5EF4-FFF2-40B4-BE49-F238E27FC236}">
                  <a16:creationId xmlns:a16="http://schemas.microsoft.com/office/drawing/2014/main" id="{3CB202A7-48EC-E0AD-90A3-5913AF3CCEB6}"/>
                </a:ext>
              </a:extLst>
            </p:cNvPr>
            <p:cNvSpPr txBox="1"/>
            <p:nvPr/>
          </p:nvSpPr>
          <p:spPr>
            <a:xfrm>
              <a:off x="8590584" y="406908"/>
              <a:ext cx="92172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Charging station</a:t>
              </a:r>
            </a:p>
          </p:txBody>
        </p:sp>
        <p:sp>
          <p:nvSpPr>
            <p:cNvPr id="74" name="legend.cust">
              <a:extLst>
                <a:ext uri="{FF2B5EF4-FFF2-40B4-BE49-F238E27FC236}">
                  <a16:creationId xmlns:a16="http://schemas.microsoft.com/office/drawing/2014/main" id="{1077C48B-88F5-48B9-805B-325655A35784}"/>
                </a:ext>
              </a:extLst>
            </p:cNvPr>
            <p:cNvSpPr/>
            <p:nvPr/>
          </p:nvSpPr>
          <p:spPr>
            <a:xfrm>
              <a:off x="9462780" y="411479"/>
              <a:ext cx="146304" cy="146304"/>
            </a:xfrm>
            <a:prstGeom prst="diamond">
              <a:avLst/>
            </a:prstGeom>
            <a:solidFill>
              <a:srgbClr val="912F56"/>
            </a:solidFill>
            <a:ln w="9525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5" name="legend.cust.txt">
              <a:extLst>
                <a:ext uri="{FF2B5EF4-FFF2-40B4-BE49-F238E27FC236}">
                  <a16:creationId xmlns:a16="http://schemas.microsoft.com/office/drawing/2014/main" id="{98C1FAEE-4BF3-D1F6-4C4B-84B9F8FB0FAC}"/>
                </a:ext>
              </a:extLst>
            </p:cNvPr>
            <p:cNvSpPr txBox="1"/>
            <p:nvPr/>
          </p:nvSpPr>
          <p:spPr>
            <a:xfrm>
              <a:off x="9642970" y="406908"/>
              <a:ext cx="55303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Customer</a:t>
              </a:r>
            </a:p>
          </p:txBody>
        </p:sp>
        <p:sp>
          <p:nvSpPr>
            <p:cNvPr id="76" name="legend.ring">
              <a:extLst>
                <a:ext uri="{FF2B5EF4-FFF2-40B4-BE49-F238E27FC236}">
                  <a16:creationId xmlns:a16="http://schemas.microsoft.com/office/drawing/2014/main" id="{1C718432-9B6D-99C9-82D6-67DE503B4B5E}"/>
                </a:ext>
              </a:extLst>
            </p:cNvPr>
            <p:cNvSpPr/>
            <p:nvPr/>
          </p:nvSpPr>
          <p:spPr>
            <a:xfrm>
              <a:off x="10241280" y="397764"/>
              <a:ext cx="182880" cy="18288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7" name="legend.ring.txt">
              <a:extLst>
                <a:ext uri="{FF2B5EF4-FFF2-40B4-BE49-F238E27FC236}">
                  <a16:creationId xmlns:a16="http://schemas.microsoft.com/office/drawing/2014/main" id="{D6EB0CA0-0886-B59D-AB84-CB796BCB67A9}"/>
                </a:ext>
              </a:extLst>
            </p:cNvPr>
            <p:cNvSpPr txBox="1"/>
            <p:nvPr/>
          </p:nvSpPr>
          <p:spPr>
            <a:xfrm>
              <a:off x="10488167" y="406908"/>
              <a:ext cx="1439497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100" b="0" i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Stop used by the solution</a:t>
              </a:r>
            </a:p>
          </p:txBody>
        </p:sp>
      </p:grpSp>
      <p:grpSp>
        <p:nvGrpSpPr>
          <p:cNvPr id="78" name="panel.callouts">
            <a:extLst>
              <a:ext uri="{FF2B5EF4-FFF2-40B4-BE49-F238E27FC236}">
                <a16:creationId xmlns:a16="http://schemas.microsoft.com/office/drawing/2014/main" id="{E778C57E-939D-D408-19DC-CC12C6C862CC}"/>
              </a:ext>
            </a:extLst>
          </p:cNvPr>
          <p:cNvGrpSpPr/>
          <p:nvPr/>
        </p:nvGrpSpPr>
        <p:grpSpPr>
          <a:xfrm>
            <a:off x="2272448" y="2329997"/>
            <a:ext cx="8957178" cy="462580"/>
            <a:chOff x="2272448" y="2329997"/>
            <a:chExt cx="8957178" cy="462580"/>
          </a:xfrm>
        </p:grpSpPr>
        <p:sp>
          <p:nvSpPr>
            <p:cNvPr id="79" name="callout.12.txt">
              <a:extLst>
                <a:ext uri="{FF2B5EF4-FFF2-40B4-BE49-F238E27FC236}">
                  <a16:creationId xmlns:a16="http://schemas.microsoft.com/office/drawing/2014/main" id="{9F360098-B8BF-CC00-9E1B-F62904573A92}"/>
                </a:ext>
              </a:extLst>
            </p:cNvPr>
            <p:cNvSpPr txBox="1"/>
            <p:nvPr/>
          </p:nvSpPr>
          <p:spPr>
            <a:xfrm>
              <a:off x="2351824" y="2329997"/>
              <a:ext cx="1752083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45 min break</a:t>
              </a:r>
              <a:r>
                <a:rPr lang="nb-NO"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</a:t>
              </a:r>
              <a:r>
                <a:rPr sz="1100" b="0" i="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g</a:t>
              </a:r>
              <a:r>
                <a:rPr sz="1100" b="0" i="0" baseline="-25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= </a:t>
              </a:r>
              <a:r>
                <a:rPr sz="1100" b="0" i="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100" b="0" i="0" baseline="-25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0" baseline="30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  <p:sp>
          <p:nvSpPr>
            <p:cNvPr id="80" name="callout.22.txt">
              <a:extLst>
                <a:ext uri="{FF2B5EF4-FFF2-40B4-BE49-F238E27FC236}">
                  <a16:creationId xmlns:a16="http://schemas.microsoft.com/office/drawing/2014/main" id="{C05F1011-1675-F56F-EA19-6097171529FD}"/>
                </a:ext>
              </a:extLst>
            </p:cNvPr>
            <p:cNvSpPr txBox="1"/>
            <p:nvPr/>
          </p:nvSpPr>
          <p:spPr>
            <a:xfrm>
              <a:off x="5822771" y="2542142"/>
              <a:ext cx="1192635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Service, then 9 h rest</a:t>
              </a:r>
            </a:p>
          </p:txBody>
        </p:sp>
        <p:sp>
          <p:nvSpPr>
            <p:cNvPr id="81" name="callout.24.txt">
              <a:extLst>
                <a:ext uri="{FF2B5EF4-FFF2-40B4-BE49-F238E27FC236}">
                  <a16:creationId xmlns:a16="http://schemas.microsoft.com/office/drawing/2014/main" id="{983E3CC5-E2F1-831A-DBE8-B2D8946EB846}"/>
                </a:ext>
              </a:extLst>
            </p:cNvPr>
            <p:cNvSpPr txBox="1"/>
            <p:nvPr/>
          </p:nvSpPr>
          <p:spPr>
            <a:xfrm>
              <a:off x="8249493" y="2403094"/>
              <a:ext cx="1300036" cy="33855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15 min break</a:t>
              </a:r>
            </a:p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(1st split,  </a:t>
              </a:r>
              <a:r>
                <a:rPr sz="1100" b="0" i="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g</a:t>
              </a:r>
              <a:r>
                <a:rPr sz="1100" b="0" i="0" baseline="-25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 = </a:t>
              </a:r>
              <a:r>
                <a:rPr sz="1100" b="0" i="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100" b="0" i="0" baseline="-25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0" baseline="30000" dirty="0" err="1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  <p:sp>
          <p:nvSpPr>
            <p:cNvPr id="82" name="callout.36.txt">
              <a:extLst>
                <a:ext uri="{FF2B5EF4-FFF2-40B4-BE49-F238E27FC236}">
                  <a16:creationId xmlns:a16="http://schemas.microsoft.com/office/drawing/2014/main" id="{BD18A88A-7179-B711-3058-181B15077ECF}"/>
                </a:ext>
              </a:extLst>
            </p:cNvPr>
            <p:cNvSpPr txBox="1"/>
            <p:nvPr/>
          </p:nvSpPr>
          <p:spPr>
            <a:xfrm>
              <a:off x="9929590" y="2403094"/>
              <a:ext cx="1300036" cy="33855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Charge &amp; 30 min break</a:t>
              </a:r>
            </a:p>
            <a:p>
              <a:pPr algn="ctr"/>
              <a:r>
                <a:rPr sz="1100" b="0" i="0" dirty="0">
                  <a:solidFill>
                    <a:srgbClr val="444444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(2nd split)</a:t>
              </a:r>
            </a:p>
          </p:txBody>
        </p:sp>
        <p:sp>
          <p:nvSpPr>
            <p:cNvPr id="83" name="micro.mstop.12">
              <a:extLst>
                <a:ext uri="{FF2B5EF4-FFF2-40B4-BE49-F238E27FC236}">
                  <a16:creationId xmlns:a16="http://schemas.microsoft.com/office/drawing/2014/main" id="{AB580DA9-9B56-1ABB-14E3-A3AB80359A33}"/>
                </a:ext>
              </a:extLst>
            </p:cNvPr>
            <p:cNvSpPr txBox="1"/>
            <p:nvPr/>
          </p:nvSpPr>
          <p:spPr>
            <a:xfrm>
              <a:off x="2272448" y="2487168"/>
              <a:ext cx="326051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 i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</a:t>
              </a:r>
              <a:r>
                <a:rPr sz="1200" b="0" i="1" baseline="-2500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200" b="0" i="1" baseline="3000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stop</a:t>
              </a:r>
            </a:p>
          </p:txBody>
        </p:sp>
        <p:cxnSp>
          <p:nvCxnSpPr>
            <p:cNvPr id="84" name="micro.mstop.12.leader">
              <a:extLst>
                <a:ext uri="{FF2B5EF4-FFF2-40B4-BE49-F238E27FC236}">
                  <a16:creationId xmlns:a16="http://schemas.microsoft.com/office/drawing/2014/main" id="{44C2B059-C3FE-DBA6-A980-9150BE7827D2}"/>
                </a:ext>
              </a:extLst>
            </p:cNvPr>
            <p:cNvCxnSpPr>
              <a:cxnSpLocks/>
              <a:stCxn id="83" idx="2"/>
              <a:endCxn id="99" idx="0"/>
            </p:cNvCxnSpPr>
            <p:nvPr/>
          </p:nvCxnSpPr>
          <p:spPr>
            <a:xfrm>
              <a:off x="2435474" y="2671834"/>
              <a:ext cx="374975" cy="120743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micro.queue.12">
              <a:extLst>
                <a:ext uri="{FF2B5EF4-FFF2-40B4-BE49-F238E27FC236}">
                  <a16:creationId xmlns:a16="http://schemas.microsoft.com/office/drawing/2014/main" id="{F9ED3453-F66F-51DD-8D7D-205D9217CEB3}"/>
                </a:ext>
              </a:extLst>
            </p:cNvPr>
            <p:cNvSpPr txBox="1"/>
            <p:nvPr/>
          </p:nvSpPr>
          <p:spPr>
            <a:xfrm>
              <a:off x="2709309" y="2487168"/>
              <a:ext cx="12343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 i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Q</a:t>
              </a:r>
              <a:r>
                <a:rPr sz="1200" b="0" i="1" baseline="-2500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</a:p>
          </p:txBody>
        </p:sp>
        <p:cxnSp>
          <p:nvCxnSpPr>
            <p:cNvPr id="86" name="micro.queue.12.leader">
              <a:extLst>
                <a:ext uri="{FF2B5EF4-FFF2-40B4-BE49-F238E27FC236}">
                  <a16:creationId xmlns:a16="http://schemas.microsoft.com/office/drawing/2014/main" id="{482D694A-8B5B-8C27-88C6-1C213CCE31F2}"/>
                </a:ext>
              </a:extLst>
            </p:cNvPr>
            <p:cNvCxnSpPr>
              <a:cxnSpLocks/>
              <a:stCxn id="85" idx="2"/>
              <a:endCxn id="100" idx="0"/>
            </p:cNvCxnSpPr>
            <p:nvPr/>
          </p:nvCxnSpPr>
          <p:spPr>
            <a:xfrm>
              <a:off x="2771025" y="2671834"/>
              <a:ext cx="95843" cy="120743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micro.charge.12">
              <a:extLst>
                <a:ext uri="{FF2B5EF4-FFF2-40B4-BE49-F238E27FC236}">
                  <a16:creationId xmlns:a16="http://schemas.microsoft.com/office/drawing/2014/main" id="{2AD9BB88-C5AF-CE67-5B78-C4D044DD5FD5}"/>
                </a:ext>
              </a:extLst>
            </p:cNvPr>
            <p:cNvSpPr txBox="1"/>
            <p:nvPr/>
          </p:nvSpPr>
          <p:spPr>
            <a:xfrm>
              <a:off x="3249818" y="2505456"/>
              <a:ext cx="125035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 i="1" dirty="0" err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τ</a:t>
              </a:r>
              <a:r>
                <a:rPr sz="1200" b="0" i="1" baseline="-25000" dirty="0" err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200" b="0" i="1" baseline="30000" dirty="0" err="1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c</a:t>
              </a:r>
              <a:endParaRPr sz="1200" b="0" i="1" baseline="30000" dirty="0">
                <a:solidFill>
                  <a:srgbClr val="22222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88" name="micro.charge.12.leader">
              <a:extLst>
                <a:ext uri="{FF2B5EF4-FFF2-40B4-BE49-F238E27FC236}">
                  <a16:creationId xmlns:a16="http://schemas.microsoft.com/office/drawing/2014/main" id="{2AC9DF0D-86B8-A401-A5AC-4AC29171FD56}"/>
                </a:ext>
              </a:extLst>
            </p:cNvPr>
            <p:cNvCxnSpPr>
              <a:cxnSpLocks/>
              <a:stCxn id="87" idx="2"/>
              <a:endCxn id="101" idx="0"/>
            </p:cNvCxnSpPr>
            <p:nvPr/>
          </p:nvCxnSpPr>
          <p:spPr>
            <a:xfrm flipH="1">
              <a:off x="3050536" y="2690122"/>
              <a:ext cx="261800" cy="102455"/>
            </a:xfrm>
            <a:prstGeom prst="line">
              <a:avLst/>
            </a:prstGeom>
            <a:ln w="9525">
              <a:solidFill>
                <a:srgbClr val="5555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panel.truck">
            <a:extLst>
              <a:ext uri="{FF2B5EF4-FFF2-40B4-BE49-F238E27FC236}">
                <a16:creationId xmlns:a16="http://schemas.microsoft.com/office/drawing/2014/main" id="{C805ADE6-1EB9-74BF-D6B8-012B9FFA2175}"/>
              </a:ext>
            </a:extLst>
          </p:cNvPr>
          <p:cNvGrpSpPr/>
          <p:nvPr/>
        </p:nvGrpSpPr>
        <p:grpSpPr>
          <a:xfrm>
            <a:off x="541414" y="2792577"/>
            <a:ext cx="11110242" cy="376732"/>
            <a:chOff x="541414" y="2792577"/>
            <a:chExt cx="11110242" cy="376732"/>
          </a:xfrm>
        </p:grpSpPr>
        <p:sp>
          <p:nvSpPr>
            <p:cNvPr id="90" name="truck.label">
              <a:extLst>
                <a:ext uri="{FF2B5EF4-FFF2-40B4-BE49-F238E27FC236}">
                  <a16:creationId xmlns:a16="http://schemas.microsoft.com/office/drawing/2014/main" id="{F2B74A0E-D753-C691-DDB6-94BBBB6E1433}"/>
                </a:ext>
              </a:extLst>
            </p:cNvPr>
            <p:cNvSpPr txBox="1"/>
            <p:nvPr/>
          </p:nvSpPr>
          <p:spPr>
            <a:xfrm>
              <a:off x="541414" y="2864749"/>
              <a:ext cx="484363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Truck</a:t>
              </a:r>
            </a:p>
          </p:txBody>
        </p:sp>
        <p:sp>
          <p:nvSpPr>
            <p:cNvPr id="91" name="truck.drive@8.0">
              <a:extLst>
                <a:ext uri="{FF2B5EF4-FFF2-40B4-BE49-F238E27FC236}">
                  <a16:creationId xmlns:a16="http://schemas.microsoft.com/office/drawing/2014/main" id="{01781706-9AA3-8643-FC0B-A796D0D8DAAF}"/>
                </a:ext>
              </a:extLst>
            </p:cNvPr>
            <p:cNvSpPr/>
            <p:nvPr/>
          </p:nvSpPr>
          <p:spPr>
            <a:xfrm>
              <a:off x="1076790" y="2792577"/>
              <a:ext cx="12409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92" name="truck.drive@11.5">
              <a:extLst>
                <a:ext uri="{FF2B5EF4-FFF2-40B4-BE49-F238E27FC236}">
                  <a16:creationId xmlns:a16="http://schemas.microsoft.com/office/drawing/2014/main" id="{D529A9FA-440C-AB49-0C57-3382002EC1C1}"/>
                </a:ext>
              </a:extLst>
            </p:cNvPr>
            <p:cNvSpPr/>
            <p:nvPr/>
          </p:nvSpPr>
          <p:spPr>
            <a:xfrm>
              <a:off x="2523649" y="2792577"/>
              <a:ext cx="25249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3" name="truck.drive@13.2">
              <a:extLst>
                <a:ext uri="{FF2B5EF4-FFF2-40B4-BE49-F238E27FC236}">
                  <a16:creationId xmlns:a16="http://schemas.microsoft.com/office/drawing/2014/main" id="{F8418C03-932A-D2C6-B837-BD61FAD46A53}"/>
                </a:ext>
              </a:extLst>
            </p:cNvPr>
            <p:cNvSpPr/>
            <p:nvPr/>
          </p:nvSpPr>
          <p:spPr>
            <a:xfrm>
              <a:off x="3212096" y="2792577"/>
              <a:ext cx="79018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94" name="truck.drive@15.6">
              <a:extLst>
                <a:ext uri="{FF2B5EF4-FFF2-40B4-BE49-F238E27FC236}">
                  <a16:creationId xmlns:a16="http://schemas.microsoft.com/office/drawing/2014/main" id="{B8439D4E-56E1-130C-37A8-2DA5430AF49C}"/>
                </a:ext>
              </a:extLst>
            </p:cNvPr>
            <p:cNvSpPr/>
            <p:nvPr/>
          </p:nvSpPr>
          <p:spPr>
            <a:xfrm>
              <a:off x="4208138" y="2792577"/>
              <a:ext cx="30429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5" name="truck.drive@25.8">
              <a:extLst>
                <a:ext uri="{FF2B5EF4-FFF2-40B4-BE49-F238E27FC236}">
                  <a16:creationId xmlns:a16="http://schemas.microsoft.com/office/drawing/2014/main" id="{1E1945DD-16B7-4635-E9F2-214BDFB4B729}"/>
                </a:ext>
              </a:extLst>
            </p:cNvPr>
            <p:cNvSpPr/>
            <p:nvPr/>
          </p:nvSpPr>
          <p:spPr>
            <a:xfrm>
              <a:off x="8423792" y="2792577"/>
              <a:ext cx="22736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6" name="truck.drive@27.6">
              <a:extLst>
                <a:ext uri="{FF2B5EF4-FFF2-40B4-BE49-F238E27FC236}">
                  <a16:creationId xmlns:a16="http://schemas.microsoft.com/office/drawing/2014/main" id="{AAC1415C-7299-5C06-063E-27EE696642D1}"/>
                </a:ext>
              </a:extLst>
            </p:cNvPr>
            <p:cNvSpPr/>
            <p:nvPr/>
          </p:nvSpPr>
          <p:spPr>
            <a:xfrm>
              <a:off x="9157357" y="2792577"/>
              <a:ext cx="120399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97" name="truck.drive@31.4">
              <a:extLst>
                <a:ext uri="{FF2B5EF4-FFF2-40B4-BE49-F238E27FC236}">
                  <a16:creationId xmlns:a16="http://schemas.microsoft.com/office/drawing/2014/main" id="{AA79F213-D2BD-F4C1-0C64-AF683A75CE1D}"/>
                </a:ext>
              </a:extLst>
            </p:cNvPr>
            <p:cNvSpPr/>
            <p:nvPr/>
          </p:nvSpPr>
          <p:spPr>
            <a:xfrm>
              <a:off x="10712001" y="2792577"/>
              <a:ext cx="93965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98" name="truck.idle@11.0">
              <a:extLst>
                <a:ext uri="{FF2B5EF4-FFF2-40B4-BE49-F238E27FC236}">
                  <a16:creationId xmlns:a16="http://schemas.microsoft.com/office/drawing/2014/main" id="{820F894F-C696-57ED-BC17-A73D89BDA223}"/>
                </a:ext>
              </a:extLst>
            </p:cNvPr>
            <p:cNvSpPr/>
            <p:nvPr/>
          </p:nvSpPr>
          <p:spPr>
            <a:xfrm>
              <a:off x="2317788" y="2792577"/>
              <a:ext cx="205861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9" name="truck.mstop@12.1">
              <a:extLst>
                <a:ext uri="{FF2B5EF4-FFF2-40B4-BE49-F238E27FC236}">
                  <a16:creationId xmlns:a16="http://schemas.microsoft.com/office/drawing/2014/main" id="{C0FFD8E3-383F-828C-E859-A18505BAF433}"/>
                </a:ext>
              </a:extLst>
            </p:cNvPr>
            <p:cNvSpPr/>
            <p:nvPr/>
          </p:nvSpPr>
          <p:spPr>
            <a:xfrm>
              <a:off x="2776139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0" name="truck.queue@12.3">
              <a:extLst>
                <a:ext uri="{FF2B5EF4-FFF2-40B4-BE49-F238E27FC236}">
                  <a16:creationId xmlns:a16="http://schemas.microsoft.com/office/drawing/2014/main" id="{81D5E7E2-DA05-088E-ABCF-E6626DBC5F3E}"/>
                </a:ext>
              </a:extLst>
            </p:cNvPr>
            <p:cNvSpPr/>
            <p:nvPr/>
          </p:nvSpPr>
          <p:spPr>
            <a:xfrm>
              <a:off x="2844760" y="2792577"/>
              <a:ext cx="44216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1" name="truck.charge@12.4">
              <a:extLst>
                <a:ext uri="{FF2B5EF4-FFF2-40B4-BE49-F238E27FC236}">
                  <a16:creationId xmlns:a16="http://schemas.microsoft.com/office/drawing/2014/main" id="{6FAF2A47-6121-1C0E-3FA0-A17964170BE0}"/>
                </a:ext>
              </a:extLst>
            </p:cNvPr>
            <p:cNvSpPr/>
            <p:nvPr/>
          </p:nvSpPr>
          <p:spPr>
            <a:xfrm>
              <a:off x="2888976" y="2792577"/>
              <a:ext cx="323120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2" name="truck.idle@15.1">
              <a:extLst>
                <a:ext uri="{FF2B5EF4-FFF2-40B4-BE49-F238E27FC236}">
                  <a16:creationId xmlns:a16="http://schemas.microsoft.com/office/drawing/2014/main" id="{EAC327F8-8D3B-2260-2B82-3A4C8CB20DAE}"/>
                </a:ext>
              </a:extLst>
            </p:cNvPr>
            <p:cNvSpPr/>
            <p:nvPr/>
          </p:nvSpPr>
          <p:spPr>
            <a:xfrm>
              <a:off x="4002277" y="2792577"/>
              <a:ext cx="205861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3" name="truck.idle@16.3">
              <a:extLst>
                <a:ext uri="{FF2B5EF4-FFF2-40B4-BE49-F238E27FC236}">
                  <a16:creationId xmlns:a16="http://schemas.microsoft.com/office/drawing/2014/main" id="{3BE62588-F7C5-1E84-70E4-1B987669B0A1}"/>
                </a:ext>
              </a:extLst>
            </p:cNvPr>
            <p:cNvSpPr/>
            <p:nvPr/>
          </p:nvSpPr>
          <p:spPr>
            <a:xfrm>
              <a:off x="4512431" y="2792577"/>
              <a:ext cx="3911360" cy="3767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4" name="truck.mstop@26.4">
              <a:extLst>
                <a:ext uri="{FF2B5EF4-FFF2-40B4-BE49-F238E27FC236}">
                  <a16:creationId xmlns:a16="http://schemas.microsoft.com/office/drawing/2014/main" id="{40B8B8B3-3BF9-8D02-19C0-79C6F235629C}"/>
                </a:ext>
              </a:extLst>
            </p:cNvPr>
            <p:cNvSpPr/>
            <p:nvPr/>
          </p:nvSpPr>
          <p:spPr>
            <a:xfrm>
              <a:off x="8651153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5" name="truck.queue@26.6">
              <a:extLst>
                <a:ext uri="{FF2B5EF4-FFF2-40B4-BE49-F238E27FC236}">
                  <a16:creationId xmlns:a16="http://schemas.microsoft.com/office/drawing/2014/main" id="{54825BAF-4CD9-5D67-13F7-6B3093C86676}"/>
                </a:ext>
              </a:extLst>
            </p:cNvPr>
            <p:cNvSpPr/>
            <p:nvPr/>
          </p:nvSpPr>
          <p:spPr>
            <a:xfrm>
              <a:off x="8719773" y="2792577"/>
              <a:ext cx="42563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6" name="truck.charge@26.7">
              <a:extLst>
                <a:ext uri="{FF2B5EF4-FFF2-40B4-BE49-F238E27FC236}">
                  <a16:creationId xmlns:a16="http://schemas.microsoft.com/office/drawing/2014/main" id="{9269F0FA-4460-DB2D-4A11-621C11D395EB}"/>
                </a:ext>
              </a:extLst>
            </p:cNvPr>
            <p:cNvSpPr/>
            <p:nvPr/>
          </p:nvSpPr>
          <p:spPr>
            <a:xfrm>
              <a:off x="8762336" y="2792577"/>
              <a:ext cx="395020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7" name="truck.mstop@30.6">
              <a:extLst>
                <a:ext uri="{FF2B5EF4-FFF2-40B4-BE49-F238E27FC236}">
                  <a16:creationId xmlns:a16="http://schemas.microsoft.com/office/drawing/2014/main" id="{7203D4A4-DF24-2533-D4AD-F8F60031A1CA}"/>
                </a:ext>
              </a:extLst>
            </p:cNvPr>
            <p:cNvSpPr/>
            <p:nvPr/>
          </p:nvSpPr>
          <p:spPr>
            <a:xfrm>
              <a:off x="10361352" y="2792577"/>
              <a:ext cx="68620" cy="376732"/>
            </a:xfrm>
            <a:prstGeom prst="rect">
              <a:avLst/>
            </a:prstGeom>
            <a:solidFill>
              <a:srgbClr val="141414"/>
            </a:solidFill>
            <a:ln w="5080">
              <a:solidFill>
                <a:srgbClr val="14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8" name="truck.queue@30.7">
              <a:extLst>
                <a:ext uri="{FF2B5EF4-FFF2-40B4-BE49-F238E27FC236}">
                  <a16:creationId xmlns:a16="http://schemas.microsoft.com/office/drawing/2014/main" id="{1F8F5C03-544F-A4A6-B44F-EAAE8B2A8ED9}"/>
                </a:ext>
              </a:extLst>
            </p:cNvPr>
            <p:cNvSpPr/>
            <p:nvPr/>
          </p:nvSpPr>
          <p:spPr>
            <a:xfrm>
              <a:off x="10429973" y="2792577"/>
              <a:ext cx="16971" cy="3767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508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9" name="truck.charge@30.8">
              <a:extLst>
                <a:ext uri="{FF2B5EF4-FFF2-40B4-BE49-F238E27FC236}">
                  <a16:creationId xmlns:a16="http://schemas.microsoft.com/office/drawing/2014/main" id="{C176C945-3C05-545B-7790-61C2B11EFE19}"/>
                </a:ext>
              </a:extLst>
            </p:cNvPr>
            <p:cNvSpPr/>
            <p:nvPr/>
          </p:nvSpPr>
          <p:spPr>
            <a:xfrm>
              <a:off x="10446944" y="2792577"/>
              <a:ext cx="265056" cy="376732"/>
            </a:xfrm>
            <a:prstGeom prst="rect">
              <a:avLst/>
            </a:prstGeom>
            <a:solidFill>
              <a:srgbClr val="436C3C"/>
            </a:solidFill>
            <a:ln w="5080">
              <a:solidFill>
                <a:srgbClr val="2B452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10" name="truck.parked.txt">
              <a:extLst>
                <a:ext uri="{FF2B5EF4-FFF2-40B4-BE49-F238E27FC236}">
                  <a16:creationId xmlns:a16="http://schemas.microsoft.com/office/drawing/2014/main" id="{406258F3-ACDF-A006-4801-FAFBCF9EE7A1}"/>
                </a:ext>
              </a:extLst>
            </p:cNvPr>
            <p:cNvSpPr txBox="1"/>
            <p:nvPr/>
          </p:nvSpPr>
          <p:spPr>
            <a:xfrm>
              <a:off x="6086935" y="2889503"/>
              <a:ext cx="968214" cy="16927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0" i="1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truck parked  (τ</a:t>
              </a:r>
              <a:r>
                <a:rPr sz="1100" b="0" i="1" baseline="-25000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sz="1100" b="0" i="1" baseline="30000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r</a:t>
              </a:r>
              <a:r>
                <a:rPr sz="1100" b="0" i="1">
                  <a:solidFill>
                    <a:srgbClr val="777777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</p:txBody>
        </p:sp>
      </p:grpSp>
      <p:grpSp>
        <p:nvGrpSpPr>
          <p:cNvPr id="153" name="panel.driver">
            <a:extLst>
              <a:ext uri="{FF2B5EF4-FFF2-40B4-BE49-F238E27FC236}">
                <a16:creationId xmlns:a16="http://schemas.microsoft.com/office/drawing/2014/main" id="{7B600422-2C94-2223-9826-422975EF3A10}"/>
              </a:ext>
            </a:extLst>
          </p:cNvPr>
          <p:cNvGrpSpPr/>
          <p:nvPr/>
        </p:nvGrpSpPr>
        <p:grpSpPr>
          <a:xfrm>
            <a:off x="471779" y="3292449"/>
            <a:ext cx="11179877" cy="809754"/>
            <a:chOff x="471779" y="5471769"/>
            <a:chExt cx="11179877" cy="809754"/>
          </a:xfrm>
        </p:grpSpPr>
        <p:sp>
          <p:nvSpPr>
            <p:cNvPr id="154" name="driver.label">
              <a:extLst>
                <a:ext uri="{FF2B5EF4-FFF2-40B4-BE49-F238E27FC236}">
                  <a16:creationId xmlns:a16="http://schemas.microsoft.com/office/drawing/2014/main" id="{FF2124E5-9C55-F1EA-F889-DB5426AB2F63}"/>
                </a:ext>
              </a:extLst>
            </p:cNvPr>
            <p:cNvSpPr txBox="1"/>
            <p:nvPr/>
          </p:nvSpPr>
          <p:spPr>
            <a:xfrm>
              <a:off x="471779" y="5529589"/>
              <a:ext cx="553998" cy="2769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b="1" i="0" dirty="0">
                  <a:solidFill>
                    <a:srgbClr val="222222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Driver</a:t>
              </a:r>
            </a:p>
          </p:txBody>
        </p:sp>
        <p:sp>
          <p:nvSpPr>
            <p:cNvPr id="155" name="driver.drive@8.0">
              <a:extLst>
                <a:ext uri="{FF2B5EF4-FFF2-40B4-BE49-F238E27FC236}">
                  <a16:creationId xmlns:a16="http://schemas.microsoft.com/office/drawing/2014/main" id="{F2D423B2-83E4-BEAB-75A7-E3FDA0C1F9B5}"/>
                </a:ext>
              </a:extLst>
            </p:cNvPr>
            <p:cNvSpPr/>
            <p:nvPr/>
          </p:nvSpPr>
          <p:spPr>
            <a:xfrm>
              <a:off x="1076790" y="5471769"/>
              <a:ext cx="1240997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 dirty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56" name="driver.drive@11.5">
              <a:extLst>
                <a:ext uri="{FF2B5EF4-FFF2-40B4-BE49-F238E27FC236}">
                  <a16:creationId xmlns:a16="http://schemas.microsoft.com/office/drawing/2014/main" id="{70B61322-FE16-7787-F8BD-5D6ADB8A5835}"/>
                </a:ext>
              </a:extLst>
            </p:cNvPr>
            <p:cNvSpPr/>
            <p:nvPr/>
          </p:nvSpPr>
          <p:spPr>
            <a:xfrm>
              <a:off x="2523649" y="5471769"/>
              <a:ext cx="25249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7" name="driver.drive@13.2">
              <a:extLst>
                <a:ext uri="{FF2B5EF4-FFF2-40B4-BE49-F238E27FC236}">
                  <a16:creationId xmlns:a16="http://schemas.microsoft.com/office/drawing/2014/main" id="{3AB09C73-0032-DAD0-7898-E003B9422FC7}"/>
                </a:ext>
              </a:extLst>
            </p:cNvPr>
            <p:cNvSpPr/>
            <p:nvPr/>
          </p:nvSpPr>
          <p:spPr>
            <a:xfrm>
              <a:off x="3212096" y="5471769"/>
              <a:ext cx="790180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58" name="driver.drive@15.6">
              <a:extLst>
                <a:ext uri="{FF2B5EF4-FFF2-40B4-BE49-F238E27FC236}">
                  <a16:creationId xmlns:a16="http://schemas.microsoft.com/office/drawing/2014/main" id="{46D71AD0-CCEF-4EB4-6F4F-503A7E6B699A}"/>
                </a:ext>
              </a:extLst>
            </p:cNvPr>
            <p:cNvSpPr/>
            <p:nvPr/>
          </p:nvSpPr>
          <p:spPr>
            <a:xfrm>
              <a:off x="4208138" y="5471769"/>
              <a:ext cx="304293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59" name="driver.drive@25.8">
              <a:extLst>
                <a:ext uri="{FF2B5EF4-FFF2-40B4-BE49-F238E27FC236}">
                  <a16:creationId xmlns:a16="http://schemas.microsoft.com/office/drawing/2014/main" id="{F8356B7A-E5A3-3A51-4A97-18F1BD63C790}"/>
                </a:ext>
              </a:extLst>
            </p:cNvPr>
            <p:cNvSpPr/>
            <p:nvPr/>
          </p:nvSpPr>
          <p:spPr>
            <a:xfrm>
              <a:off x="8423792" y="5471769"/>
              <a:ext cx="227361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0" name="driver.drive@27.6">
              <a:extLst>
                <a:ext uri="{FF2B5EF4-FFF2-40B4-BE49-F238E27FC236}">
                  <a16:creationId xmlns:a16="http://schemas.microsoft.com/office/drawing/2014/main" id="{30C445D9-3B09-E22E-91C4-6590CB0A313B}"/>
                </a:ext>
              </a:extLst>
            </p:cNvPr>
            <p:cNvSpPr/>
            <p:nvPr/>
          </p:nvSpPr>
          <p:spPr>
            <a:xfrm>
              <a:off x="9157357" y="5471769"/>
              <a:ext cx="120399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61" name="driver.drive@31.4">
              <a:extLst>
                <a:ext uri="{FF2B5EF4-FFF2-40B4-BE49-F238E27FC236}">
                  <a16:creationId xmlns:a16="http://schemas.microsoft.com/office/drawing/2014/main" id="{9B1EE62D-C3CE-DE94-6018-537C1323CE29}"/>
                </a:ext>
              </a:extLst>
            </p:cNvPr>
            <p:cNvSpPr/>
            <p:nvPr/>
          </p:nvSpPr>
          <p:spPr>
            <a:xfrm>
              <a:off x="10712001" y="5471769"/>
              <a:ext cx="939655" cy="3767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100" b="0" i="0">
                  <a:solidFill>
                    <a:srgbClr val="333333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Driving</a:t>
              </a:r>
            </a:p>
          </p:txBody>
        </p:sp>
        <p:sp>
          <p:nvSpPr>
            <p:cNvPr id="162" name="driver.service@11.0">
              <a:extLst>
                <a:ext uri="{FF2B5EF4-FFF2-40B4-BE49-F238E27FC236}">
                  <a16:creationId xmlns:a16="http://schemas.microsoft.com/office/drawing/2014/main" id="{D9FBDE31-20A5-1FE5-3CBA-65BA94332D71}"/>
                </a:ext>
              </a:extLst>
            </p:cNvPr>
            <p:cNvSpPr/>
            <p:nvPr/>
          </p:nvSpPr>
          <p:spPr>
            <a:xfrm>
              <a:off x="2317788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3" name="driver.work@12.1">
              <a:extLst>
                <a:ext uri="{FF2B5EF4-FFF2-40B4-BE49-F238E27FC236}">
                  <a16:creationId xmlns:a16="http://schemas.microsoft.com/office/drawing/2014/main" id="{C18A2409-736D-06F5-9847-F004D1A341FD}"/>
                </a:ext>
              </a:extLst>
            </p:cNvPr>
            <p:cNvSpPr/>
            <p:nvPr/>
          </p:nvSpPr>
          <p:spPr>
            <a:xfrm>
              <a:off x="2776139" y="5471769"/>
              <a:ext cx="112836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4" name="driver.break@12.4">
              <a:extLst>
                <a:ext uri="{FF2B5EF4-FFF2-40B4-BE49-F238E27FC236}">
                  <a16:creationId xmlns:a16="http://schemas.microsoft.com/office/drawing/2014/main" id="{5D55B82E-7601-8413-F9BC-E54C0FCD27C9}"/>
                </a:ext>
              </a:extLst>
            </p:cNvPr>
            <p:cNvSpPr/>
            <p:nvPr/>
          </p:nvSpPr>
          <p:spPr>
            <a:xfrm>
              <a:off x="2888976" y="5471769"/>
              <a:ext cx="323120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5" name="driver.service@15.1">
              <a:extLst>
                <a:ext uri="{FF2B5EF4-FFF2-40B4-BE49-F238E27FC236}">
                  <a16:creationId xmlns:a16="http://schemas.microsoft.com/office/drawing/2014/main" id="{751B494D-C914-8AF9-D923-8A9ABC9CEB24}"/>
                </a:ext>
              </a:extLst>
            </p:cNvPr>
            <p:cNvSpPr/>
            <p:nvPr/>
          </p:nvSpPr>
          <p:spPr>
            <a:xfrm>
              <a:off x="4002277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6" name="driver.service@16.3">
              <a:extLst>
                <a:ext uri="{FF2B5EF4-FFF2-40B4-BE49-F238E27FC236}">
                  <a16:creationId xmlns:a16="http://schemas.microsoft.com/office/drawing/2014/main" id="{633CEC59-F7F2-EB0A-2CEC-1E1E4F227B66}"/>
                </a:ext>
              </a:extLst>
            </p:cNvPr>
            <p:cNvSpPr/>
            <p:nvPr/>
          </p:nvSpPr>
          <p:spPr>
            <a:xfrm>
              <a:off x="4512431" y="5471769"/>
              <a:ext cx="205861" cy="376732"/>
            </a:xfrm>
            <a:prstGeom prst="rect">
              <a:avLst/>
            </a:prstGeom>
            <a:solidFill>
              <a:srgbClr val="912F56"/>
            </a:solidFill>
            <a:ln w="6350">
              <a:solidFill>
                <a:srgbClr val="581C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7" name="driver.rest@16.8">
              <a:extLst>
                <a:ext uri="{FF2B5EF4-FFF2-40B4-BE49-F238E27FC236}">
                  <a16:creationId xmlns:a16="http://schemas.microsoft.com/office/drawing/2014/main" id="{8E436B51-45A5-4BFC-D775-7112FD838022}"/>
                </a:ext>
              </a:extLst>
            </p:cNvPr>
            <p:cNvSpPr/>
            <p:nvPr/>
          </p:nvSpPr>
          <p:spPr>
            <a:xfrm>
              <a:off x="4718292" y="5471769"/>
              <a:ext cx="3705499" cy="376732"/>
            </a:xfrm>
            <a:prstGeom prst="rect">
              <a:avLst/>
            </a:prstGeom>
            <a:pattFill prst="wdDn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accent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8" name="driver.work@26.4">
              <a:extLst>
                <a:ext uri="{FF2B5EF4-FFF2-40B4-BE49-F238E27FC236}">
                  <a16:creationId xmlns:a16="http://schemas.microsoft.com/office/drawing/2014/main" id="{52A28A2C-0924-0653-790A-8DC74800D005}"/>
                </a:ext>
              </a:extLst>
            </p:cNvPr>
            <p:cNvSpPr/>
            <p:nvPr/>
          </p:nvSpPr>
          <p:spPr>
            <a:xfrm>
              <a:off x="8651153" y="5471769"/>
              <a:ext cx="111183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69" name="driver.break@26.7">
              <a:extLst>
                <a:ext uri="{FF2B5EF4-FFF2-40B4-BE49-F238E27FC236}">
                  <a16:creationId xmlns:a16="http://schemas.microsoft.com/office/drawing/2014/main" id="{437F16F8-B04C-4C2E-2113-F4CE352D41B5}"/>
                </a:ext>
              </a:extLst>
            </p:cNvPr>
            <p:cNvSpPr/>
            <p:nvPr/>
          </p:nvSpPr>
          <p:spPr>
            <a:xfrm>
              <a:off x="8762336" y="5471769"/>
              <a:ext cx="395020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0" name="driver.work@30.6">
              <a:extLst>
                <a:ext uri="{FF2B5EF4-FFF2-40B4-BE49-F238E27FC236}">
                  <a16:creationId xmlns:a16="http://schemas.microsoft.com/office/drawing/2014/main" id="{29D0D12D-A390-9519-E91B-4F312B48FB55}"/>
                </a:ext>
              </a:extLst>
            </p:cNvPr>
            <p:cNvSpPr/>
            <p:nvPr/>
          </p:nvSpPr>
          <p:spPr>
            <a:xfrm>
              <a:off x="10361352" y="5471769"/>
              <a:ext cx="85591" cy="3767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1" name="driver.break@30.8">
              <a:extLst>
                <a:ext uri="{FF2B5EF4-FFF2-40B4-BE49-F238E27FC236}">
                  <a16:creationId xmlns:a16="http://schemas.microsoft.com/office/drawing/2014/main" id="{B4E99FF6-E37D-2AA1-0C8E-1B8F474414F9}"/>
                </a:ext>
              </a:extLst>
            </p:cNvPr>
            <p:cNvSpPr/>
            <p:nvPr/>
          </p:nvSpPr>
          <p:spPr>
            <a:xfrm>
              <a:off x="10446944" y="5471769"/>
              <a:ext cx="265056" cy="376732"/>
            </a:xfrm>
            <a:prstGeom prst="rect">
              <a:avLst/>
            </a:prstGeom>
            <a:pattFill prst="wdUpDiag">
              <a:fgClr>
                <a:schemeClr val="accent5"/>
              </a:fgClr>
              <a:bgClr>
                <a:schemeClr val="bg1"/>
              </a:bgClr>
            </a:pattFill>
            <a:ln w="6350">
              <a:solidFill>
                <a:schemeClr val="accent5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72" name="driver.rotlabel.Service@11.3">
              <a:extLst>
                <a:ext uri="{FF2B5EF4-FFF2-40B4-BE49-F238E27FC236}">
                  <a16:creationId xmlns:a16="http://schemas.microsoft.com/office/drawing/2014/main" id="{37A870E3-E4F3-3816-7121-F0F6878478DB}"/>
                </a:ext>
              </a:extLst>
            </p:cNvPr>
            <p:cNvSpPr txBox="1"/>
            <p:nvPr/>
          </p:nvSpPr>
          <p:spPr>
            <a:xfrm rot="19320000">
              <a:off x="2090342" y="5936524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173" name="driver.rotlabel.Working time@12.3">
              <a:extLst>
                <a:ext uri="{FF2B5EF4-FFF2-40B4-BE49-F238E27FC236}">
                  <a16:creationId xmlns:a16="http://schemas.microsoft.com/office/drawing/2014/main" id="{B85352F3-9E79-330B-536A-E1CB4E88C2E4}"/>
                </a:ext>
              </a:extLst>
            </p:cNvPr>
            <p:cNvSpPr txBox="1"/>
            <p:nvPr/>
          </p:nvSpPr>
          <p:spPr>
            <a:xfrm rot="19320000">
              <a:off x="2190666" y="6040141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174" name="driver.rotlabel.45′ break@12.8">
              <a:extLst>
                <a:ext uri="{FF2B5EF4-FFF2-40B4-BE49-F238E27FC236}">
                  <a16:creationId xmlns:a16="http://schemas.microsoft.com/office/drawing/2014/main" id="{7B233929-315A-FE71-F527-1967753B3807}"/>
                </a:ext>
              </a:extLst>
            </p:cNvPr>
            <p:cNvSpPr txBox="1"/>
            <p:nvPr/>
          </p:nvSpPr>
          <p:spPr>
            <a:xfrm rot="19320000">
              <a:off x="2626083" y="5981044"/>
              <a:ext cx="525785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45′ break</a:t>
              </a:r>
            </a:p>
          </p:txBody>
        </p:sp>
        <p:sp>
          <p:nvSpPr>
            <p:cNvPr id="175" name="driver.rotlabel.Service@15.4">
              <a:extLst>
                <a:ext uri="{FF2B5EF4-FFF2-40B4-BE49-F238E27FC236}">
                  <a16:creationId xmlns:a16="http://schemas.microsoft.com/office/drawing/2014/main" id="{EF63CB6F-2642-7343-80BB-0AC58EAA621D}"/>
                </a:ext>
              </a:extLst>
            </p:cNvPr>
            <p:cNvSpPr txBox="1"/>
            <p:nvPr/>
          </p:nvSpPr>
          <p:spPr>
            <a:xfrm rot="19320000">
              <a:off x="3763812" y="5951931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176" name="driver.rotlabel.Service@16.6">
              <a:extLst>
                <a:ext uri="{FF2B5EF4-FFF2-40B4-BE49-F238E27FC236}">
                  <a16:creationId xmlns:a16="http://schemas.microsoft.com/office/drawing/2014/main" id="{863C2F31-BDFF-4D9B-6DD2-504A1EE548AE}"/>
                </a:ext>
              </a:extLst>
            </p:cNvPr>
            <p:cNvSpPr txBox="1"/>
            <p:nvPr/>
          </p:nvSpPr>
          <p:spPr>
            <a:xfrm rot="19320000">
              <a:off x="4311253" y="5965639"/>
              <a:ext cx="40235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Service</a:t>
              </a:r>
            </a:p>
          </p:txBody>
        </p:sp>
        <p:sp>
          <p:nvSpPr>
            <p:cNvPr id="177" name="driver.rotlabel.9 h rest (re@21.3">
              <a:extLst>
                <a:ext uri="{FF2B5EF4-FFF2-40B4-BE49-F238E27FC236}">
                  <a16:creationId xmlns:a16="http://schemas.microsoft.com/office/drawing/2014/main" id="{5908A37D-8137-84EC-809D-3DAD4CC201EC}"/>
                </a:ext>
              </a:extLst>
            </p:cNvPr>
            <p:cNvSpPr txBox="1"/>
            <p:nvPr/>
          </p:nvSpPr>
          <p:spPr>
            <a:xfrm rot="19320000">
              <a:off x="6048135" y="5942969"/>
              <a:ext cx="549831" cy="33855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9 h rest </a:t>
              </a:r>
              <a:endParaRPr lang="nb-NO" sz="110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(reduced)</a:t>
              </a:r>
            </a:p>
          </p:txBody>
        </p:sp>
        <p:sp>
          <p:nvSpPr>
            <p:cNvPr id="178" name="driver.rotlabel.Working time@26.5">
              <a:extLst>
                <a:ext uri="{FF2B5EF4-FFF2-40B4-BE49-F238E27FC236}">
                  <a16:creationId xmlns:a16="http://schemas.microsoft.com/office/drawing/2014/main" id="{32E09C0C-27F5-32C4-7150-8226BD036787}"/>
                </a:ext>
              </a:extLst>
            </p:cNvPr>
            <p:cNvSpPr txBox="1"/>
            <p:nvPr/>
          </p:nvSpPr>
          <p:spPr>
            <a:xfrm rot="19320000">
              <a:off x="8077555" y="6040138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179" name="driver.rotlabel.1st split br@27.1">
              <a:extLst>
                <a:ext uri="{FF2B5EF4-FFF2-40B4-BE49-F238E27FC236}">
                  <a16:creationId xmlns:a16="http://schemas.microsoft.com/office/drawing/2014/main" id="{836B07DF-6F23-1497-EA7D-9BB929D26DBC}"/>
                </a:ext>
              </a:extLst>
            </p:cNvPr>
            <p:cNvSpPr txBox="1"/>
            <p:nvPr/>
          </p:nvSpPr>
          <p:spPr>
            <a:xfrm rot="19320000">
              <a:off x="8350365" y="6041135"/>
              <a:ext cx="823944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1st split break </a:t>
              </a:r>
              <a:endParaRPr lang="nb-NO" sz="1100" b="0" i="0" dirty="0">
                <a:solidFill>
                  <a:srgbClr val="555555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80" name="driver.rotlabel.Working time@30.7">
              <a:extLst>
                <a:ext uri="{FF2B5EF4-FFF2-40B4-BE49-F238E27FC236}">
                  <a16:creationId xmlns:a16="http://schemas.microsoft.com/office/drawing/2014/main" id="{D57A812D-E549-95C4-9BF8-9D2C97ABC680}"/>
                </a:ext>
              </a:extLst>
            </p:cNvPr>
            <p:cNvSpPr txBox="1"/>
            <p:nvPr/>
          </p:nvSpPr>
          <p:spPr>
            <a:xfrm rot="19320000">
              <a:off x="9753771" y="6040139"/>
              <a:ext cx="76944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Working time</a:t>
              </a:r>
            </a:p>
          </p:txBody>
        </p:sp>
        <p:sp>
          <p:nvSpPr>
            <p:cNvPr id="181" name="driver.rotlabel.2nd split br@31.1">
              <a:extLst>
                <a:ext uri="{FF2B5EF4-FFF2-40B4-BE49-F238E27FC236}">
                  <a16:creationId xmlns:a16="http://schemas.microsoft.com/office/drawing/2014/main" id="{2DD600E1-6EF5-CA64-6915-5A470504C2AF}"/>
                </a:ext>
              </a:extLst>
            </p:cNvPr>
            <p:cNvSpPr txBox="1"/>
            <p:nvPr/>
          </p:nvSpPr>
          <p:spPr>
            <a:xfrm rot="19320000">
              <a:off x="9926135" y="6067399"/>
              <a:ext cx="870431" cy="1692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100" b="0" i="0" dirty="0">
                  <a:solidFill>
                    <a:srgbClr val="555555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2nd split break </a:t>
              </a:r>
            </a:p>
          </p:txBody>
        </p:sp>
      </p:grp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20818598-DFB3-92A4-A296-460AD3EBF9F6}"/>
              </a:ext>
            </a:extLst>
          </p:cNvPr>
          <p:cNvSpPr/>
          <p:nvPr/>
        </p:nvSpPr>
        <p:spPr>
          <a:xfrm>
            <a:off x="381000" y="2256900"/>
            <a:ext cx="11468118" cy="205045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43661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Widescreen</PresentationFormat>
  <Paragraphs>112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Celine Victoria Pagnier</cp:lastModifiedBy>
  <cp:revision>19</cp:revision>
  <dcterms:created xsi:type="dcterms:W3CDTF">2013-01-27T09:14:16Z</dcterms:created>
  <dcterms:modified xsi:type="dcterms:W3CDTF">2026-07-21T11:02:34Z</dcterms:modified>
  <cp:category/>
</cp:coreProperties>
</file>